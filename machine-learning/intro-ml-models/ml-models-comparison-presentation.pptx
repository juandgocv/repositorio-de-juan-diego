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73" r:id="rId5"/>
    <p:sldId id="275" r:id="rId6"/>
    <p:sldId id="277" r:id="rId7"/>
    <p:sldId id="279" r:id="rId8"/>
    <p:sldId id="276" r:id="rId9"/>
    <p:sldId id="284" r:id="rId10"/>
    <p:sldId id="285" r:id="rId11"/>
    <p:sldId id="281" r:id="rId12"/>
    <p:sldId id="286" r:id="rId13"/>
    <p:sldId id="291" r:id="rId14"/>
    <p:sldId id="282" r:id="rId15"/>
    <p:sldId id="289" r:id="rId16"/>
    <p:sldId id="287" r:id="rId17"/>
    <p:sldId id="290" r:id="rId18"/>
    <p:sldId id="288" r:id="rId19"/>
    <p:sldId id="280" r:id="rId20"/>
    <p:sldId id="283" r:id="rId21"/>
    <p:sldId id="278" r:id="rId22"/>
    <p:sldId id="274" r:id="rId23"/>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8BEB2"/>
    <a:srgbClr val="753F2D"/>
    <a:srgbClr val="5E3324"/>
    <a:srgbClr val="8A4C34"/>
    <a:srgbClr val="815550"/>
    <a:srgbClr val="A3573E"/>
    <a:srgbClr val="E7E6E6"/>
    <a:srgbClr val="C28D6D"/>
    <a:srgbClr val="D2986F"/>
    <a:srgbClr val="333B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2D5253-8864-0FB6-3398-7DE70FB776C2}" v="111" dt="2025-06-02T23:02:36.301"/>
    <p1510:client id="{3B6D65CC-265B-824A-CF8E-6E4FA0DD52C4}" v="1546" dt="2025-06-02T23:06:23.794"/>
    <p1510:client id="{6D924162-FBC0-5035-88AE-98E45F2DE6C0}" v="253" dt="2025-06-02T22:49:39.4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82"/>
    <p:restoredTop sz="96327"/>
  </p:normalViewPr>
  <p:slideViewPr>
    <p:cSldViewPr snapToGrid="0">
      <p:cViewPr varScale="1">
        <p:scale>
          <a:sx n="108" d="100"/>
          <a:sy n="108" d="100"/>
        </p:scale>
        <p:origin x="582" y="114"/>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86" d="100"/>
          <a:sy n="86" d="100"/>
        </p:scale>
        <p:origin x="383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A3AFD17D-D7CF-47D4-A906-8607D5F7297F}" type="datetime1">
              <a:rPr lang="es-ES" smtClean="0"/>
              <a:t>02/06/2025</a:t>
            </a:fld>
            <a:endParaRPr lang="es-ES" dirty="0"/>
          </a:p>
        </p:txBody>
      </p:sp>
      <p:sp>
        <p:nvSpPr>
          <p:cNvPr id="4" name="Marcador de pie de página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5" name="Marcador de posición de número de diapositiva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6482836-E43C-41FF-A11B-3D8AB6E68FC7}" type="slidenum">
              <a:rPr lang="es-ES" smtClean="0"/>
              <a:t>‹#›</a:t>
            </a:fld>
            <a:endParaRPr lang="es-ES" dirty="0"/>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fld id="{AAB4FE23-9F97-44C5-AAAD-349725D813D0}" type="datetime1">
              <a:rPr lang="es-ES" smtClean="0"/>
              <a:pPr/>
              <a:t>02/06/2025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noProof="0"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DECDE012-9E2E-4477-8B5C-4E7D4E9BCBA6}" type="slidenum">
              <a:rPr lang="es-ES" noProof="0" smtClean="0"/>
              <a:t>‹#›</a:t>
            </a:fld>
            <a:endParaRPr lang="es-ES" noProof="0" dirty="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smtClean="0"/>
              <a:t>1</a:t>
            </a:fld>
            <a:endParaRPr lang="es-E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2</a:t>
            </a:fld>
            <a:endParaRPr lang="es-ES" noProof="0"/>
          </a:p>
        </p:txBody>
      </p:sp>
    </p:spTree>
    <p:extLst>
      <p:ext uri="{BB962C8B-B14F-4D97-AF65-F5344CB8AC3E}">
        <p14:creationId xmlns:p14="http://schemas.microsoft.com/office/powerpoint/2010/main" val="203243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3</a:t>
            </a:fld>
            <a:endParaRPr lang="es-ES" noProof="0"/>
          </a:p>
        </p:txBody>
      </p:sp>
    </p:spTree>
    <p:extLst>
      <p:ext uri="{BB962C8B-B14F-4D97-AF65-F5344CB8AC3E}">
        <p14:creationId xmlns:p14="http://schemas.microsoft.com/office/powerpoint/2010/main" val="1673130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7</a:t>
            </a:fld>
            <a:endParaRPr lang="es-ES" noProof="0" dirty="0"/>
          </a:p>
        </p:txBody>
      </p:sp>
    </p:spTree>
    <p:extLst>
      <p:ext uri="{BB962C8B-B14F-4D97-AF65-F5344CB8AC3E}">
        <p14:creationId xmlns:p14="http://schemas.microsoft.com/office/powerpoint/2010/main" val="848547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9</a:t>
            </a:fld>
            <a:endParaRPr lang="es-ES" noProof="0" dirty="0"/>
          </a:p>
        </p:txBody>
      </p:sp>
    </p:spTree>
    <p:extLst>
      <p:ext uri="{BB962C8B-B14F-4D97-AF65-F5344CB8AC3E}">
        <p14:creationId xmlns:p14="http://schemas.microsoft.com/office/powerpoint/2010/main" val="2082639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5295-3A98-92D5-2D60-89B7B4A267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55A478-522C-ABC6-792E-7094D3EA46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F8CBDA-5770-83B5-1910-F0D349C93E73}"/>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C30E86D9-B54C-907C-197D-B59EF604963F}"/>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4</a:t>
            </a:fld>
            <a:endParaRPr lang="es-ES" noProof="0" dirty="0"/>
          </a:p>
        </p:txBody>
      </p:sp>
    </p:spTree>
    <p:extLst>
      <p:ext uri="{BB962C8B-B14F-4D97-AF65-F5344CB8AC3E}">
        <p14:creationId xmlns:p14="http://schemas.microsoft.com/office/powerpoint/2010/main" val="4177023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7CDD2-F2F9-7DB3-EF79-608D61EECF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B5368D-7B11-632C-E978-D1BCCEC8831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A3F50C-EB43-A1A2-3052-E03DAA0B313A}"/>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C783DEE2-948C-2924-BADC-A2FA93F314D9}"/>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5</a:t>
            </a:fld>
            <a:endParaRPr lang="es-ES" noProof="0" dirty="0"/>
          </a:p>
        </p:txBody>
      </p:sp>
    </p:spTree>
    <p:extLst>
      <p:ext uri="{BB962C8B-B14F-4D97-AF65-F5344CB8AC3E}">
        <p14:creationId xmlns:p14="http://schemas.microsoft.com/office/powerpoint/2010/main" val="2087130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5</a:t>
            </a:fld>
            <a:endParaRPr lang="es-ES" noProof="0" dirty="0"/>
          </a:p>
        </p:txBody>
      </p:sp>
    </p:spTree>
    <p:extLst>
      <p:ext uri="{BB962C8B-B14F-4D97-AF65-F5344CB8AC3E}">
        <p14:creationId xmlns:p14="http://schemas.microsoft.com/office/powerpoint/2010/main" val="2453062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9842F-6A30-207F-23CF-F70DEA270F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B5FCE7-4F6B-1C9B-E5E8-9CFBD6BD82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3B8DFD-D69E-A0F2-72FD-1DC6BB466077}"/>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31E2593-819A-0018-6AF6-8A950232A70F}"/>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11</a:t>
            </a:fld>
            <a:endParaRPr lang="es-ES" noProof="0" dirty="0"/>
          </a:p>
        </p:txBody>
      </p:sp>
    </p:spTree>
    <p:extLst>
      <p:ext uri="{BB962C8B-B14F-4D97-AF65-F5344CB8AC3E}">
        <p14:creationId xmlns:p14="http://schemas.microsoft.com/office/powerpoint/2010/main" val="138352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C156C-7428-04EB-FF70-F0E45F7D3E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009F6A-59FE-2E99-C389-DD94174DAA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58445F-7BBD-DE45-1D15-55E67C7F89D4}"/>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0CB10E28-A0F3-27F5-B9C8-E8BEF7F2A206}"/>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12</a:t>
            </a:fld>
            <a:endParaRPr lang="es-ES" noProof="0"/>
          </a:p>
        </p:txBody>
      </p:sp>
    </p:spTree>
    <p:extLst>
      <p:ext uri="{BB962C8B-B14F-4D97-AF65-F5344CB8AC3E}">
        <p14:creationId xmlns:p14="http://schemas.microsoft.com/office/powerpoint/2010/main" val="273283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6</a:t>
            </a:fld>
            <a:endParaRPr lang="es-ES" noProof="0" dirty="0"/>
          </a:p>
        </p:txBody>
      </p:sp>
    </p:spTree>
    <p:extLst>
      <p:ext uri="{BB962C8B-B14F-4D97-AF65-F5344CB8AC3E}">
        <p14:creationId xmlns:p14="http://schemas.microsoft.com/office/powerpoint/2010/main" val="2252966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6F241-7F3B-5143-C8FE-B0AF75914D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DF05FD-E181-8E14-4217-3034E95C352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206A1E6-8B2B-718A-BBE2-F6D51F1A14BA}"/>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D9BC7B3D-D85B-A8C5-3170-9427AAB8C42C}"/>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11</a:t>
            </a:fld>
            <a:endParaRPr lang="es-ES" noProof="0"/>
          </a:p>
        </p:txBody>
      </p:sp>
    </p:spTree>
    <p:extLst>
      <p:ext uri="{BB962C8B-B14F-4D97-AF65-F5344CB8AC3E}">
        <p14:creationId xmlns:p14="http://schemas.microsoft.com/office/powerpoint/2010/main" val="2095762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6CF67-A289-4B31-6762-18B8157979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F176ED-F6C1-3388-40F0-743B602084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E5DA20-5565-1D81-F782-6C802F74D0C3}"/>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F2347CEF-3B24-F21B-69AB-A45E3EF100F8}"/>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11</a:t>
            </a:fld>
            <a:endParaRPr lang="es-ES" noProof="0" dirty="0"/>
          </a:p>
        </p:txBody>
      </p:sp>
    </p:spTree>
    <p:extLst>
      <p:ext uri="{BB962C8B-B14F-4D97-AF65-F5344CB8AC3E}">
        <p14:creationId xmlns:p14="http://schemas.microsoft.com/office/powerpoint/2010/main" val="1102505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F66B4-2D5F-8BBD-C0D2-F40B86A1E4D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AB170A-E8CD-BEC4-544C-6A01A91A5A2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17795C-96E4-3A34-8171-9EA79CBCC874}"/>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3BA752D0-AD3F-40FD-DEC5-F22D93375C85}"/>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12</a:t>
            </a:fld>
            <a:endParaRPr lang="es-ES" noProof="0"/>
          </a:p>
        </p:txBody>
      </p:sp>
    </p:spTree>
    <p:extLst>
      <p:ext uri="{BB962C8B-B14F-4D97-AF65-F5344CB8AC3E}">
        <p14:creationId xmlns:p14="http://schemas.microsoft.com/office/powerpoint/2010/main" val="1712956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F1FEF-7D64-761E-EB52-4BED5273F7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18EA81-72EA-DB12-DDC8-F106B7F766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EF900E-7F19-1CE3-DF74-E365CE393812}"/>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FD4B999-4E78-A749-4802-8C2F3D185CFB}"/>
              </a:ext>
            </a:extLst>
          </p:cNvPr>
          <p:cNvSpPr>
            <a:spLocks noGrp="1"/>
          </p:cNvSpPr>
          <p:nvPr>
            <p:ph type="sldNum" sz="quarter" idx="5"/>
          </p:nvPr>
        </p:nvSpPr>
        <p:spPr/>
        <p:txBody>
          <a:bodyPr rtlCol="0"/>
          <a:lstStyle>
            <a:defPPr>
              <a:defRPr lang="es-ES"/>
            </a:defPPr>
          </a:lstStyle>
          <a:p>
            <a:pPr rtl="0"/>
            <a:fld id="{DECDE012-9E2E-4477-8B5C-4E7D4E9BCBA6}" type="slidenum">
              <a:rPr lang="es-ES" noProof="0" smtClean="0"/>
              <a:t>9</a:t>
            </a:fld>
            <a:endParaRPr lang="es-ES" noProof="0" dirty="0"/>
          </a:p>
        </p:txBody>
      </p:sp>
    </p:spTree>
    <p:extLst>
      <p:ext uri="{BB962C8B-B14F-4D97-AF65-F5344CB8AC3E}">
        <p14:creationId xmlns:p14="http://schemas.microsoft.com/office/powerpoint/2010/main" val="1603491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4</a:t>
            </a:fld>
            <a:endParaRPr lang="es-ES" noProof="0" dirty="0"/>
          </a:p>
        </p:txBody>
      </p:sp>
    </p:spTree>
    <p:extLst>
      <p:ext uri="{BB962C8B-B14F-4D97-AF65-F5344CB8AC3E}">
        <p14:creationId xmlns:p14="http://schemas.microsoft.com/office/powerpoint/2010/main" val="1228060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8</a:t>
            </a:fld>
            <a:endParaRPr lang="es-ES" noProof="0" dirty="0"/>
          </a:p>
        </p:txBody>
      </p:sp>
    </p:spTree>
    <p:extLst>
      <p:ext uri="{BB962C8B-B14F-4D97-AF65-F5344CB8AC3E}">
        <p14:creationId xmlns:p14="http://schemas.microsoft.com/office/powerpoint/2010/main" val="191370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10</a:t>
            </a:fld>
            <a:endParaRPr lang="es-ES" noProof="0" dirty="0"/>
          </a:p>
        </p:txBody>
      </p:sp>
    </p:spTree>
    <p:extLst>
      <p:ext uri="{BB962C8B-B14F-4D97-AF65-F5344CB8AC3E}">
        <p14:creationId xmlns:p14="http://schemas.microsoft.com/office/powerpoint/2010/main" val="234845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ECDE012-9E2E-4477-8B5C-4E7D4E9BCBA6}" type="slidenum">
              <a:rPr lang="es-ES" noProof="0" smtClean="0"/>
              <a:t>11</a:t>
            </a:fld>
            <a:endParaRPr lang="es-ES" noProof="0" dirty="0"/>
          </a:p>
        </p:txBody>
      </p:sp>
    </p:spTree>
    <p:extLst>
      <p:ext uri="{BB962C8B-B14F-4D97-AF65-F5344CB8AC3E}">
        <p14:creationId xmlns:p14="http://schemas.microsoft.com/office/powerpoint/2010/main" val="1588565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rtlCol="0" anchor="t">
            <a:normAutofit/>
          </a:bodyPr>
          <a:lstStyle>
            <a:lvl1pPr algn="l">
              <a:lnSpc>
                <a:spcPct val="80000"/>
              </a:lnSpc>
              <a:defRPr lang="es-ES" sz="7200" cap="all" baseline="0">
                <a:solidFill>
                  <a:schemeClr val="bg1"/>
                </a:solidFill>
              </a:defRPr>
            </a:lvl1pPr>
          </a:lstStyle>
          <a:p>
            <a:pPr rtl="0"/>
            <a:r>
              <a:rPr lang="es-ES"/>
              <a:t>Haga clic para modificar el estilo de título del patrón</a:t>
            </a:r>
            <a:endParaRPr lang="es-ES" dirty="0"/>
          </a:p>
        </p:txBody>
      </p:sp>
      <p:sp>
        <p:nvSpPr>
          <p:cNvPr id="3" name="Subtítulo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rtlCol="0"/>
          <a:lstStyle>
            <a:lvl1pPr marL="0" indent="0" algn="l">
              <a:lnSpc>
                <a:spcPct val="80000"/>
              </a:lnSpc>
              <a:spcBef>
                <a:spcPts val="0"/>
              </a:spcBef>
              <a:buNone/>
              <a:defRPr lang="es-ES" sz="2400" b="1">
                <a:solidFill>
                  <a:schemeClr val="bg1"/>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editar el estilo de subtítulo del patrón</a:t>
            </a:r>
          </a:p>
        </p:txBody>
      </p:sp>
      <p:grpSp>
        <p:nvGrpSpPr>
          <p:cNvPr id="7" name="Grupo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Conector recto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rtlCol="0"/>
          <a:lstStyle>
            <a:lvl1pPr>
              <a:defRPr lang="es-ES" sz="5000"/>
            </a:lvl1pPr>
          </a:lstStyle>
          <a:p>
            <a:pPr rtl="0"/>
            <a:r>
              <a:rPr lang="es-ES"/>
              <a:t>Haga clic para modificar el estilo de título del patrón</a:t>
            </a:r>
            <a:endParaRPr lang="es-ES" dirty="0"/>
          </a:p>
        </p:txBody>
      </p:sp>
      <p:sp>
        <p:nvSpPr>
          <p:cNvPr id="3" name="Marcador de contenido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rtlCol="0"/>
          <a:lstStyle>
            <a:lvl1pPr marL="0" indent="0">
              <a:lnSpc>
                <a:spcPct val="100000"/>
              </a:lnSpc>
              <a:spcBef>
                <a:spcPts val="0"/>
              </a:spcBef>
              <a:spcAft>
                <a:spcPts val="1500"/>
              </a:spcAft>
              <a:buNone/>
              <a:defRPr lang="es-ES" sz="2200" b="1"/>
            </a:lvl1pPr>
            <a:lvl2pPr marL="0" indent="0">
              <a:lnSpc>
                <a:spcPct val="100000"/>
              </a:lnSpc>
              <a:spcBef>
                <a:spcPts val="0"/>
              </a:spcBef>
              <a:buNone/>
              <a:defRPr lang="es-ES" sz="1600" i="1"/>
            </a:lvl2pPr>
          </a:lstStyle>
          <a:p>
            <a:pPr lvl="0" rtl="0"/>
            <a:r>
              <a:rPr lang="es-ES"/>
              <a:t>Haga clic para modificar los estilos de texto del patrón</a:t>
            </a:r>
          </a:p>
          <a:p>
            <a:pPr lvl="1" rtl="0"/>
            <a:r>
              <a:rPr lang="es-ES"/>
              <a:t>Segundo nivel</a:t>
            </a:r>
          </a:p>
          <a:p>
            <a:pPr lvl="2" rtl="0"/>
            <a:endParaRPr lang="es-ES" dirty="0"/>
          </a:p>
        </p:txBody>
      </p:sp>
      <p:sp>
        <p:nvSpPr>
          <p:cNvPr id="5" name="Marcador de pie de página 4">
            <a:extLst>
              <a:ext uri="{FF2B5EF4-FFF2-40B4-BE49-F238E27FC236}">
                <a16:creationId xmlns:a16="http://schemas.microsoft.com/office/drawing/2014/main" id="{35E39F35-2573-69E0-B17D-B4B0F85CE77B}"/>
              </a:ext>
            </a:extLst>
          </p:cNvPr>
          <p:cNvSpPr>
            <a:spLocks noGrp="1"/>
          </p:cNvSpPr>
          <p:nvPr>
            <p:ph type="ftr" sz="quarter" idx="11"/>
          </p:nvPr>
        </p:nvSpPr>
        <p:spPr/>
        <p:txBody>
          <a:bodyPr rtlCol="0"/>
          <a:lstStyle>
            <a:defPPr>
              <a:defRPr lang="es-ES"/>
            </a:defPPr>
          </a:lstStyle>
          <a:p>
            <a:pPr rtl="0"/>
            <a:r>
              <a:rPr lang="es-ES"/>
              <a:t>Título de la presentación</a:t>
            </a:r>
          </a:p>
        </p:txBody>
      </p:sp>
      <p:sp>
        <p:nvSpPr>
          <p:cNvPr id="6" name="Marcador de número de diapositiva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t>‹#›</a:t>
            </a:fld>
            <a:endParaRPr lang="es-ES" noProof="0"/>
          </a:p>
        </p:txBody>
      </p:sp>
      <p:grpSp>
        <p:nvGrpSpPr>
          <p:cNvPr id="7" name="Grupo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Conector recto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la secció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rtlCol="0" anchor="b"/>
          <a:lstStyle>
            <a:lvl1pPr>
              <a:defRPr lang="es-ES" sz="6000">
                <a:solidFill>
                  <a:schemeClr val="bg1"/>
                </a:solidFill>
              </a:defRPr>
            </a:lvl1pPr>
          </a:lstStyle>
          <a:p>
            <a:pPr rtl="0"/>
            <a:r>
              <a:rPr lang="es-ES"/>
              <a:t>Haga clic para modificar el estilo de título del patrón</a:t>
            </a:r>
            <a:endParaRPr lang="es-ES" dirty="0"/>
          </a:p>
        </p:txBody>
      </p:sp>
      <p:sp>
        <p:nvSpPr>
          <p:cNvPr id="3" name="Marcador de texto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rtlCol="0"/>
          <a:lstStyle>
            <a:lvl1pPr marL="0" indent="0">
              <a:buNone/>
              <a:defRPr lang="es-ES" sz="2400">
                <a:solidFill>
                  <a:schemeClr val="bg1"/>
                </a:solidFill>
              </a:defRPr>
            </a:lvl1pPr>
            <a:lvl2pPr marL="457200" indent="0">
              <a:buNone/>
              <a:defRPr lang="es-ES" sz="2000">
                <a:solidFill>
                  <a:schemeClr val="tx1">
                    <a:tint val="75000"/>
                  </a:schemeClr>
                </a:solidFill>
              </a:defRPr>
            </a:lvl2pPr>
            <a:lvl3pPr marL="914400" indent="0">
              <a:buNone/>
              <a:defRPr lang="es-ES" sz="1800">
                <a:solidFill>
                  <a:schemeClr val="tx1">
                    <a:tint val="75000"/>
                  </a:schemeClr>
                </a:solidFill>
              </a:defRPr>
            </a:lvl3pPr>
            <a:lvl4pPr marL="1371600" indent="0">
              <a:buNone/>
              <a:defRPr lang="es-ES" sz="1600">
                <a:solidFill>
                  <a:schemeClr val="tx1">
                    <a:tint val="75000"/>
                  </a:schemeClr>
                </a:solidFill>
              </a:defRPr>
            </a:lvl4pPr>
            <a:lvl5pPr marL="1828800" indent="0">
              <a:buNone/>
              <a:defRPr lang="es-ES" sz="1600">
                <a:solidFill>
                  <a:schemeClr val="tx1">
                    <a:tint val="75000"/>
                  </a:schemeClr>
                </a:solidFill>
              </a:defRPr>
            </a:lvl5pPr>
            <a:lvl6pPr marL="2286000" indent="0">
              <a:buNone/>
              <a:defRPr lang="es-ES" sz="1600">
                <a:solidFill>
                  <a:schemeClr val="tx1">
                    <a:tint val="75000"/>
                  </a:schemeClr>
                </a:solidFill>
              </a:defRPr>
            </a:lvl6pPr>
            <a:lvl7pPr marL="2743200" indent="0">
              <a:buNone/>
              <a:defRPr lang="es-ES" sz="1600">
                <a:solidFill>
                  <a:schemeClr val="tx1">
                    <a:tint val="75000"/>
                  </a:schemeClr>
                </a:solidFill>
              </a:defRPr>
            </a:lvl7pPr>
            <a:lvl8pPr marL="3200400" indent="0">
              <a:buNone/>
              <a:defRPr lang="es-ES" sz="1600">
                <a:solidFill>
                  <a:schemeClr val="tx1">
                    <a:tint val="75000"/>
                  </a:schemeClr>
                </a:solidFill>
              </a:defRPr>
            </a:lvl8pPr>
            <a:lvl9pPr marL="3657600" indent="0">
              <a:buNone/>
              <a:defRPr lang="es-ES" sz="1600">
                <a:solidFill>
                  <a:schemeClr val="tx1">
                    <a:tint val="75000"/>
                  </a:schemeClr>
                </a:solidFill>
              </a:defRPr>
            </a:lvl9pPr>
          </a:lstStyle>
          <a:p>
            <a:pPr lvl="0" rtl="0"/>
            <a:r>
              <a:rPr lang="es-ES"/>
              <a:t>Haga clic para modificar los estilos de texto del patrón</a:t>
            </a:r>
          </a:p>
        </p:txBody>
      </p:sp>
      <p:grpSp>
        <p:nvGrpSpPr>
          <p:cNvPr id="7" name="Grupo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Conector recto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y dos columnas (oscura)">
    <p:bg>
      <p:bgPr>
        <a:solidFill>
          <a:schemeClr val="accent5"/>
        </a:solidFill>
        <a:effectLst/>
      </p:bgPr>
    </p:bg>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es-ES"/>
            </a:defPPr>
          </a:lstStyle>
          <a:p>
            <a:pPr rtl="0"/>
            <a:r>
              <a:rPr lang="es-ES" noProof="0"/>
              <a:t>Título de la presentación</a:t>
            </a:r>
          </a:p>
        </p:txBody>
      </p:sp>
      <p:sp>
        <p:nvSpPr>
          <p:cNvPr id="5" name="Marcador de número de diapositiva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pPr rtl="0"/>
              <a:t>‹#›</a:t>
            </a:fld>
            <a:endParaRPr lang="es-ES" noProof="0"/>
          </a:p>
        </p:txBody>
      </p:sp>
      <p:sp>
        <p:nvSpPr>
          <p:cNvPr id="6" name="Rectángulo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p>
        </p:txBody>
      </p:sp>
      <p:cxnSp>
        <p:nvCxnSpPr>
          <p:cNvPr id="7" name="Conector recto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ítulo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rtlCol="0"/>
          <a:lstStyle>
            <a:lvl1pPr>
              <a:defRPr lang="es-ES" sz="5000">
                <a:solidFill>
                  <a:schemeClr val="bg1"/>
                </a:solidFill>
              </a:defRPr>
            </a:lvl1pPr>
          </a:lstStyle>
          <a:p>
            <a:pPr rtl="0"/>
            <a:r>
              <a:rPr lang="es-ES" noProof="0"/>
              <a:t>Haga clic para modificar el estilo de título del patrón</a:t>
            </a:r>
          </a:p>
        </p:txBody>
      </p:sp>
      <p:sp>
        <p:nvSpPr>
          <p:cNvPr id="11" name="Marcador de texto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rtlCol="0"/>
          <a:lstStyle>
            <a:lvl1pPr marL="0" indent="0">
              <a:lnSpc>
                <a:spcPct val="100000"/>
              </a:lnSpc>
              <a:spcBef>
                <a:spcPts val="0"/>
              </a:spcBef>
              <a:buNone/>
              <a:defRPr lang="es-ES" sz="2200" b="1">
                <a:solidFill>
                  <a:schemeClr val="bg1"/>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2" name="Marcador de texto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rtlCol="0"/>
          <a:lstStyle>
            <a:lvl1pPr marL="0" indent="0">
              <a:lnSpc>
                <a:spcPct val="100000"/>
              </a:lnSpc>
              <a:spcBef>
                <a:spcPts val="0"/>
              </a:spcBef>
              <a:buNone/>
              <a:defRPr lang="es-ES" sz="2200" b="1">
                <a:solidFill>
                  <a:schemeClr val="bg1"/>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4" name="Marcador de texto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rtlCol="0"/>
          <a:lstStyle>
            <a:lvl1pPr marL="283464" indent="-283464">
              <a:lnSpc>
                <a:spcPct val="150000"/>
              </a:lnSpc>
              <a:spcBef>
                <a:spcPts val="0"/>
              </a:spcBef>
              <a:defRPr lang="es-ES" sz="1600">
                <a:solidFill>
                  <a:schemeClr val="bg1"/>
                </a:solidFill>
              </a:defRPr>
            </a:lvl1pPr>
            <a:lvl2pPr indent="-283464">
              <a:lnSpc>
                <a:spcPct val="150000"/>
              </a:lnSpc>
              <a:spcBef>
                <a:spcPts val="0"/>
              </a:spcBef>
              <a:defRPr lang="es-ES" sz="1600">
                <a:solidFill>
                  <a:schemeClr val="bg1"/>
                </a:solidFill>
              </a:defRPr>
            </a:lvl2pPr>
            <a:lvl3pPr indent="-283464">
              <a:lnSpc>
                <a:spcPct val="150000"/>
              </a:lnSpc>
              <a:spcBef>
                <a:spcPts val="0"/>
              </a:spcBef>
              <a:defRPr lang="es-ES" sz="1600">
                <a:solidFill>
                  <a:schemeClr val="bg1"/>
                </a:solidFill>
              </a:defRPr>
            </a:lvl3pPr>
            <a:lvl4pPr indent="-283464">
              <a:lnSpc>
                <a:spcPct val="150000"/>
              </a:lnSpc>
              <a:spcBef>
                <a:spcPts val="0"/>
              </a:spcBef>
              <a:defRPr lang="es-ES" sz="1600">
                <a:solidFill>
                  <a:schemeClr val="bg1"/>
                </a:solidFill>
              </a:defRPr>
            </a:lvl4pPr>
            <a:lvl5pPr indent="-283464">
              <a:lnSpc>
                <a:spcPct val="150000"/>
              </a:lnSpc>
              <a:spcBef>
                <a:spcPts val="0"/>
              </a:spcBef>
              <a:defRPr lang="es-ES" sz="16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texto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rtlCol="0"/>
          <a:lstStyle>
            <a:lvl1pPr marL="283464" indent="-283464">
              <a:lnSpc>
                <a:spcPct val="150000"/>
              </a:lnSpc>
              <a:spcBef>
                <a:spcPts val="0"/>
              </a:spcBef>
              <a:defRPr lang="es-ES" sz="1600">
                <a:solidFill>
                  <a:schemeClr val="bg1"/>
                </a:solidFill>
              </a:defRPr>
            </a:lvl1pPr>
            <a:lvl2pPr indent="-283464">
              <a:lnSpc>
                <a:spcPct val="150000"/>
              </a:lnSpc>
              <a:spcBef>
                <a:spcPts val="0"/>
              </a:spcBef>
              <a:defRPr lang="es-ES" sz="1600">
                <a:solidFill>
                  <a:schemeClr val="bg1"/>
                </a:solidFill>
              </a:defRPr>
            </a:lvl2pPr>
            <a:lvl3pPr indent="-283464">
              <a:lnSpc>
                <a:spcPct val="150000"/>
              </a:lnSpc>
              <a:spcBef>
                <a:spcPts val="0"/>
              </a:spcBef>
              <a:defRPr lang="es-ES" sz="1600">
                <a:solidFill>
                  <a:schemeClr val="bg1"/>
                </a:solidFill>
              </a:defRPr>
            </a:lvl3pPr>
            <a:lvl4pPr indent="-283464">
              <a:lnSpc>
                <a:spcPct val="150000"/>
              </a:lnSpc>
              <a:spcBef>
                <a:spcPts val="0"/>
              </a:spcBef>
              <a:defRPr lang="es-ES" sz="1600">
                <a:solidFill>
                  <a:schemeClr val="bg1"/>
                </a:solidFill>
              </a:defRPr>
            </a:lvl4pPr>
            <a:lvl5pPr indent="-283464">
              <a:lnSpc>
                <a:spcPct val="150000"/>
              </a:lnSpc>
              <a:spcBef>
                <a:spcPts val="0"/>
              </a:spcBef>
              <a:defRPr lang="es-ES" sz="16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dos columnas (claro)">
    <p:bg>
      <p:bgPr>
        <a:solidFill>
          <a:schemeClr val="accent6"/>
        </a:solidFill>
        <a:effectLst/>
      </p:bgPr>
    </p:bg>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es-ES"/>
            </a:defPPr>
          </a:lstStyle>
          <a:p>
            <a:pPr rtl="0"/>
            <a:r>
              <a:rPr lang="es-ES" noProof="0"/>
              <a:t>Título de la presentación</a:t>
            </a:r>
          </a:p>
        </p:txBody>
      </p:sp>
      <p:sp>
        <p:nvSpPr>
          <p:cNvPr id="5" name="Marcador de número de diapositiva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pPr rtl="0"/>
              <a:t>‹#›</a:t>
            </a:fld>
            <a:endParaRPr lang="es-ES" noProof="0"/>
          </a:p>
        </p:txBody>
      </p:sp>
      <p:sp>
        <p:nvSpPr>
          <p:cNvPr id="6" name="Rectángulo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p>
        </p:txBody>
      </p:sp>
      <p:sp>
        <p:nvSpPr>
          <p:cNvPr id="9" name="Título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rtlCol="0"/>
          <a:lstStyle>
            <a:lvl1pPr>
              <a:defRPr lang="es-ES" sz="5000">
                <a:solidFill>
                  <a:schemeClr val="tx2"/>
                </a:solidFill>
              </a:defRPr>
            </a:lvl1pPr>
          </a:lstStyle>
          <a:p>
            <a:pPr rtl="0"/>
            <a:r>
              <a:rPr lang="es-ES" noProof="0"/>
              <a:t>Haga clic para modificar el estilo de título del patrón</a:t>
            </a:r>
          </a:p>
        </p:txBody>
      </p:sp>
      <p:sp>
        <p:nvSpPr>
          <p:cNvPr id="11" name="Marcador de texto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2" name="Marcador de texto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4" name="Marcador de texto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texto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grpSp>
        <p:nvGrpSpPr>
          <p:cNvPr id="13" name="Grupo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Conector recto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y banda de contenido oscura">
    <p:bg>
      <p:bgPr>
        <a:solidFill>
          <a:schemeClr val="accent5"/>
        </a:solidFill>
        <a:effectLst/>
      </p:bgPr>
    </p:bg>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lang="es-ES" sz="1800" kern="1200">
                <a:solidFill>
                  <a:schemeClr val="lt1"/>
                </a:solidFill>
                <a:latin typeface="+mn-lt"/>
                <a:ea typeface="+mn-ea"/>
                <a:cs typeface="+mn-cs"/>
              </a:defRPr>
            </a:lvl1pPr>
            <a:lvl2pPr marL="457200" algn="l" defTabSz="914400" rtl="0" eaLnBrk="1" latinLnBrk="0" hangingPunct="1">
              <a:defRPr lang="es-ES" sz="1800" kern="1200">
                <a:solidFill>
                  <a:schemeClr val="lt1"/>
                </a:solidFill>
                <a:latin typeface="+mn-lt"/>
                <a:ea typeface="+mn-ea"/>
                <a:cs typeface="+mn-cs"/>
              </a:defRPr>
            </a:lvl2pPr>
            <a:lvl3pPr marL="914400" algn="l" defTabSz="914400" rtl="0" eaLnBrk="1" latinLnBrk="0" hangingPunct="1">
              <a:defRPr lang="es-ES" sz="1800" kern="1200">
                <a:solidFill>
                  <a:schemeClr val="lt1"/>
                </a:solidFill>
                <a:latin typeface="+mn-lt"/>
                <a:ea typeface="+mn-ea"/>
                <a:cs typeface="+mn-cs"/>
              </a:defRPr>
            </a:lvl3pPr>
            <a:lvl4pPr marL="1371600" algn="l" defTabSz="914400" rtl="0" eaLnBrk="1" latinLnBrk="0" hangingPunct="1">
              <a:defRPr lang="es-ES" sz="1800" kern="1200">
                <a:solidFill>
                  <a:schemeClr val="lt1"/>
                </a:solidFill>
                <a:latin typeface="+mn-lt"/>
                <a:ea typeface="+mn-ea"/>
                <a:cs typeface="+mn-cs"/>
              </a:defRPr>
            </a:lvl4pPr>
            <a:lvl5pPr marL="1828800" algn="l" defTabSz="914400" rtl="0" eaLnBrk="1" latinLnBrk="0" hangingPunct="1">
              <a:defRPr lang="es-ES" sz="1800" kern="1200">
                <a:solidFill>
                  <a:schemeClr val="lt1"/>
                </a:solidFill>
                <a:latin typeface="+mn-lt"/>
                <a:ea typeface="+mn-ea"/>
                <a:cs typeface="+mn-cs"/>
              </a:defRPr>
            </a:lvl5pPr>
            <a:lvl6pPr marL="2286000" algn="l" defTabSz="914400" rtl="0" eaLnBrk="1" latinLnBrk="0" hangingPunct="1">
              <a:defRPr lang="es-ES" sz="1800" kern="1200">
                <a:solidFill>
                  <a:schemeClr val="lt1"/>
                </a:solidFill>
                <a:latin typeface="+mn-lt"/>
                <a:ea typeface="+mn-ea"/>
                <a:cs typeface="+mn-cs"/>
              </a:defRPr>
            </a:lvl6pPr>
            <a:lvl7pPr marL="2743200" algn="l" defTabSz="914400" rtl="0" eaLnBrk="1" latinLnBrk="0" hangingPunct="1">
              <a:defRPr lang="es-ES" sz="1800" kern="1200">
                <a:solidFill>
                  <a:schemeClr val="lt1"/>
                </a:solidFill>
                <a:latin typeface="+mn-lt"/>
                <a:ea typeface="+mn-ea"/>
                <a:cs typeface="+mn-cs"/>
              </a:defRPr>
            </a:lvl7pPr>
            <a:lvl8pPr marL="3200400" algn="l" defTabSz="914400" rtl="0" eaLnBrk="1" latinLnBrk="0" hangingPunct="1">
              <a:defRPr lang="es-ES" sz="1800" kern="1200">
                <a:solidFill>
                  <a:schemeClr val="lt1"/>
                </a:solidFill>
                <a:latin typeface="+mn-lt"/>
                <a:ea typeface="+mn-ea"/>
                <a:cs typeface="+mn-cs"/>
              </a:defRPr>
            </a:lvl8pPr>
            <a:lvl9pPr marL="3657600" algn="l" defTabSz="914400" rtl="0" eaLnBrk="1" latinLnBrk="0" hangingPunct="1">
              <a:defRPr lang="es-ES" sz="1800" kern="1200">
                <a:solidFill>
                  <a:schemeClr val="lt1"/>
                </a:solidFill>
                <a:latin typeface="+mn-lt"/>
                <a:ea typeface="+mn-ea"/>
                <a:cs typeface="+mn-cs"/>
              </a:defRPr>
            </a:lvl9pPr>
          </a:lstStyle>
          <a:p>
            <a:pPr algn="ctr" rtl="0"/>
            <a:endParaRPr lang="es-ES" noProof="0"/>
          </a:p>
        </p:txBody>
      </p:sp>
      <p:sp>
        <p:nvSpPr>
          <p:cNvPr id="4" name="Marcador de pie de página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lvl1pPr>
              <a:defRPr lang="es-ES">
                <a:solidFill>
                  <a:schemeClr val="accent5"/>
                </a:solidFill>
              </a:defRPr>
            </a:lvl1pPr>
          </a:lstStyle>
          <a:p>
            <a:pPr rtl="0"/>
            <a:r>
              <a:rPr lang="es-ES" noProof="0"/>
              <a:t>Título de la presentación</a:t>
            </a:r>
          </a:p>
        </p:txBody>
      </p:sp>
      <p:sp>
        <p:nvSpPr>
          <p:cNvPr id="5" name="Marcador de número de diapositiva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lvl1pPr>
              <a:defRPr lang="es-ES">
                <a:solidFill>
                  <a:schemeClr val="accent5"/>
                </a:solidFill>
              </a:defRPr>
            </a:lvl1pPr>
          </a:lstStyle>
          <a:p>
            <a:pPr rtl="0"/>
            <a:fld id="{5BFCF61C-3B18-4C03-8326-CC3B32D710C9}" type="slidenum">
              <a:rPr lang="es-ES" noProof="0" smtClean="0"/>
              <a:pPr rtl="0"/>
              <a:t>‹#›</a:t>
            </a:fld>
            <a:endParaRPr lang="es-ES" noProof="0"/>
          </a:p>
        </p:txBody>
      </p:sp>
      <p:sp>
        <p:nvSpPr>
          <p:cNvPr id="9" name="Título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rtlCol="0"/>
          <a:lstStyle>
            <a:lvl1pPr>
              <a:defRPr lang="es-ES" sz="5000">
                <a:solidFill>
                  <a:schemeClr val="accent5"/>
                </a:solidFill>
              </a:defRPr>
            </a:lvl1pPr>
          </a:lstStyle>
          <a:p>
            <a:pPr rtl="0"/>
            <a:r>
              <a:rPr lang="es-ES" noProof="0"/>
              <a:t>Haga clic para modificar el estilo de título del patrón</a:t>
            </a:r>
          </a:p>
        </p:txBody>
      </p:sp>
      <p:sp>
        <p:nvSpPr>
          <p:cNvPr id="11" name="Marcador de texto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4" name="Marcador de texto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texto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grpSp>
        <p:nvGrpSpPr>
          <p:cNvPr id="19" name="Grupo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Conector recto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es contenidos a la izquierda">
    <p:bg>
      <p:bgPr>
        <a:solidFill>
          <a:schemeClr val="accent5"/>
        </a:solidFill>
        <a:effectLst/>
      </p:bgPr>
    </p:bg>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lang="es-ES" sz="1800" kern="1200">
                <a:solidFill>
                  <a:schemeClr val="lt1"/>
                </a:solidFill>
                <a:latin typeface="+mn-lt"/>
                <a:ea typeface="+mn-ea"/>
                <a:cs typeface="+mn-cs"/>
              </a:defRPr>
            </a:lvl1pPr>
            <a:lvl2pPr marL="457200" algn="l" defTabSz="914400" rtl="0" eaLnBrk="1" latinLnBrk="0" hangingPunct="1">
              <a:defRPr lang="es-ES" sz="1800" kern="1200">
                <a:solidFill>
                  <a:schemeClr val="lt1"/>
                </a:solidFill>
                <a:latin typeface="+mn-lt"/>
                <a:ea typeface="+mn-ea"/>
                <a:cs typeface="+mn-cs"/>
              </a:defRPr>
            </a:lvl2pPr>
            <a:lvl3pPr marL="914400" algn="l" defTabSz="914400" rtl="0" eaLnBrk="1" latinLnBrk="0" hangingPunct="1">
              <a:defRPr lang="es-ES" sz="1800" kern="1200">
                <a:solidFill>
                  <a:schemeClr val="lt1"/>
                </a:solidFill>
                <a:latin typeface="+mn-lt"/>
                <a:ea typeface="+mn-ea"/>
                <a:cs typeface="+mn-cs"/>
              </a:defRPr>
            </a:lvl3pPr>
            <a:lvl4pPr marL="1371600" algn="l" defTabSz="914400" rtl="0" eaLnBrk="1" latinLnBrk="0" hangingPunct="1">
              <a:defRPr lang="es-ES" sz="1800" kern="1200">
                <a:solidFill>
                  <a:schemeClr val="lt1"/>
                </a:solidFill>
                <a:latin typeface="+mn-lt"/>
                <a:ea typeface="+mn-ea"/>
                <a:cs typeface="+mn-cs"/>
              </a:defRPr>
            </a:lvl4pPr>
            <a:lvl5pPr marL="1828800" algn="l" defTabSz="914400" rtl="0" eaLnBrk="1" latinLnBrk="0" hangingPunct="1">
              <a:defRPr lang="es-ES" sz="1800" kern="1200">
                <a:solidFill>
                  <a:schemeClr val="lt1"/>
                </a:solidFill>
                <a:latin typeface="+mn-lt"/>
                <a:ea typeface="+mn-ea"/>
                <a:cs typeface="+mn-cs"/>
              </a:defRPr>
            </a:lvl5pPr>
            <a:lvl6pPr marL="2286000" algn="l" defTabSz="914400" rtl="0" eaLnBrk="1" latinLnBrk="0" hangingPunct="1">
              <a:defRPr lang="es-ES" sz="1800" kern="1200">
                <a:solidFill>
                  <a:schemeClr val="lt1"/>
                </a:solidFill>
                <a:latin typeface="+mn-lt"/>
                <a:ea typeface="+mn-ea"/>
                <a:cs typeface="+mn-cs"/>
              </a:defRPr>
            </a:lvl6pPr>
            <a:lvl7pPr marL="2743200" algn="l" defTabSz="914400" rtl="0" eaLnBrk="1" latinLnBrk="0" hangingPunct="1">
              <a:defRPr lang="es-ES" sz="1800" kern="1200">
                <a:solidFill>
                  <a:schemeClr val="lt1"/>
                </a:solidFill>
                <a:latin typeface="+mn-lt"/>
                <a:ea typeface="+mn-ea"/>
                <a:cs typeface="+mn-cs"/>
              </a:defRPr>
            </a:lvl7pPr>
            <a:lvl8pPr marL="3200400" algn="l" defTabSz="914400" rtl="0" eaLnBrk="1" latinLnBrk="0" hangingPunct="1">
              <a:defRPr lang="es-ES" sz="1800" kern="1200">
                <a:solidFill>
                  <a:schemeClr val="lt1"/>
                </a:solidFill>
                <a:latin typeface="+mn-lt"/>
                <a:ea typeface="+mn-ea"/>
                <a:cs typeface="+mn-cs"/>
              </a:defRPr>
            </a:lvl8pPr>
            <a:lvl9pPr marL="3657600" algn="l" defTabSz="914400" rtl="0" eaLnBrk="1" latinLnBrk="0" hangingPunct="1">
              <a:defRPr lang="es-ES" sz="1800" kern="1200">
                <a:solidFill>
                  <a:schemeClr val="lt1"/>
                </a:solidFill>
                <a:latin typeface="+mn-lt"/>
                <a:ea typeface="+mn-ea"/>
                <a:cs typeface="+mn-cs"/>
              </a:defRPr>
            </a:lvl9pPr>
          </a:lstStyle>
          <a:p>
            <a:pPr algn="ctr" rtl="0"/>
            <a:endParaRPr lang="es-ES" noProof="0">
              <a:solidFill>
                <a:schemeClr val="bg2"/>
              </a:solidFill>
            </a:endParaRPr>
          </a:p>
        </p:txBody>
      </p:sp>
      <p:grpSp>
        <p:nvGrpSpPr>
          <p:cNvPr id="19" name="Grupo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Conector recto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Marcador de pie de página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es-ES"/>
            </a:defPPr>
          </a:lstStyle>
          <a:p>
            <a:pPr rtl="0"/>
            <a:r>
              <a:rPr lang="es-ES" noProof="0"/>
              <a:t>Título de la presentación</a:t>
            </a:r>
          </a:p>
        </p:txBody>
      </p:sp>
      <p:sp>
        <p:nvSpPr>
          <p:cNvPr id="5" name="Marcador de número de diapositiva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pPr rtl="0"/>
              <a:t>‹#›</a:t>
            </a:fld>
            <a:endParaRPr lang="es-ES" noProof="0"/>
          </a:p>
        </p:txBody>
      </p:sp>
      <p:sp>
        <p:nvSpPr>
          <p:cNvPr id="9" name="Título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rtlCol="0"/>
          <a:lstStyle>
            <a:lvl1pPr>
              <a:lnSpc>
                <a:spcPct val="100000"/>
              </a:lnSpc>
              <a:defRPr lang="es-ES" sz="5000">
                <a:solidFill>
                  <a:schemeClr val="tx2"/>
                </a:solidFill>
              </a:defRPr>
            </a:lvl1pPr>
          </a:lstStyle>
          <a:p>
            <a:pPr rtl="0"/>
            <a:r>
              <a:rPr lang="es-ES" noProof="0"/>
              <a:t>Haga clic para modificar el estilo de título del patrón</a:t>
            </a:r>
          </a:p>
        </p:txBody>
      </p:sp>
      <p:sp>
        <p:nvSpPr>
          <p:cNvPr id="11" name="Marcador de texto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rtlCol="0"/>
          <a:lstStyle>
            <a:lvl1pPr marL="0" indent="0">
              <a:lnSpc>
                <a:spcPct val="15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2" name="Marcador de texto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rtlCol="0"/>
          <a:lstStyle>
            <a:lvl1pPr marL="0" indent="0">
              <a:lnSpc>
                <a:spcPct val="15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4" name="Marcador de texto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p:txBody>
      </p:sp>
      <p:sp>
        <p:nvSpPr>
          <p:cNvPr id="15" name="Marcador de texto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p:txBody>
      </p:sp>
      <p:sp>
        <p:nvSpPr>
          <p:cNvPr id="22" name="Marcador de texto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rtlCol="0"/>
          <a:lstStyle>
            <a:lvl1pPr marL="0" indent="0">
              <a:lnSpc>
                <a:spcPct val="15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23" name="Marcador de texto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s contenidos a la derecha">
    <p:bg>
      <p:bgPr>
        <a:solidFill>
          <a:schemeClr val="bg2"/>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solidFill>
                <a:schemeClr val="bg1"/>
              </a:solidFill>
            </a:endParaRPr>
          </a:p>
        </p:txBody>
      </p:sp>
      <p:sp>
        <p:nvSpPr>
          <p:cNvPr id="4" name="Marcador de pie de página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es-ES"/>
            </a:defPPr>
          </a:lstStyle>
          <a:p>
            <a:pPr rtl="0"/>
            <a:r>
              <a:rPr lang="es-ES" noProof="0"/>
              <a:t>Título de la presentación</a:t>
            </a:r>
          </a:p>
        </p:txBody>
      </p:sp>
      <p:sp>
        <p:nvSpPr>
          <p:cNvPr id="5" name="Marcador de número de diapositiva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pPr rtl="0"/>
              <a:t>‹#›</a:t>
            </a:fld>
            <a:endParaRPr lang="es-ES" noProof="0"/>
          </a:p>
        </p:txBody>
      </p:sp>
      <p:sp>
        <p:nvSpPr>
          <p:cNvPr id="9" name="Título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rtlCol="0"/>
          <a:lstStyle>
            <a:lvl1pPr>
              <a:lnSpc>
                <a:spcPct val="80000"/>
              </a:lnSpc>
              <a:defRPr lang="es-ES" sz="5000">
                <a:solidFill>
                  <a:schemeClr val="tx2"/>
                </a:solidFill>
              </a:defRPr>
            </a:lvl1pPr>
          </a:lstStyle>
          <a:p>
            <a:pPr rtl="0"/>
            <a:r>
              <a:rPr lang="es-ES" noProof="0"/>
              <a:t>Haga clic para modificar el estilo de título del patrón</a:t>
            </a:r>
          </a:p>
        </p:txBody>
      </p:sp>
      <p:sp>
        <p:nvSpPr>
          <p:cNvPr id="11" name="Marcador de texto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rtlCol="0"/>
          <a:lstStyle>
            <a:lvl1pPr marL="0" indent="0">
              <a:lnSpc>
                <a:spcPct val="15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2" name="Marcador de texto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4" name="Marcador de texto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p:txBody>
      </p:sp>
      <p:sp>
        <p:nvSpPr>
          <p:cNvPr id="15" name="Marcador de texto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p:txBody>
      </p:sp>
      <p:grpSp>
        <p:nvGrpSpPr>
          <p:cNvPr id="17" name="Grupo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Conector recto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os contenidos en la parte derecha oscura">
    <p:bg>
      <p:bgPr>
        <a:solidFill>
          <a:schemeClr val="accent5"/>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solidFill>
                <a:schemeClr val="tx2"/>
              </a:solidFill>
            </a:endParaRPr>
          </a:p>
        </p:txBody>
      </p:sp>
      <p:sp>
        <p:nvSpPr>
          <p:cNvPr id="4" name="Marcador de pie de página 3">
            <a:extLst>
              <a:ext uri="{FF2B5EF4-FFF2-40B4-BE49-F238E27FC236}">
                <a16:creationId xmlns:a16="http://schemas.microsoft.com/office/drawing/2014/main" id="{BA0C7E2C-83B2-58E9-DE90-AB1857F1A170}"/>
              </a:ext>
            </a:extLst>
          </p:cNvPr>
          <p:cNvSpPr>
            <a:spLocks noGrp="1"/>
          </p:cNvSpPr>
          <p:nvPr>
            <p:ph type="ftr" sz="quarter" idx="11"/>
          </p:nvPr>
        </p:nvSpPr>
        <p:spPr/>
        <p:txBody>
          <a:bodyPr rtlCol="0"/>
          <a:lstStyle>
            <a:defPPr>
              <a:defRPr lang="es-ES"/>
            </a:defPPr>
          </a:lstStyle>
          <a:p>
            <a:pPr rtl="0"/>
            <a:r>
              <a:rPr lang="es-ES" noProof="0"/>
              <a:t>Título de la presentación</a:t>
            </a:r>
          </a:p>
        </p:txBody>
      </p:sp>
      <p:sp>
        <p:nvSpPr>
          <p:cNvPr id="5" name="Marcador de número de diapositiva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rtlCol="0"/>
          <a:lstStyle>
            <a:lvl1pPr>
              <a:defRPr lang="es-ES">
                <a:solidFill>
                  <a:schemeClr val="bg1"/>
                </a:solidFill>
              </a:defRPr>
            </a:lvl1pPr>
          </a:lstStyle>
          <a:p>
            <a:pPr rtl="0"/>
            <a:fld id="{5BFCF61C-3B18-4C03-8326-CC3B32D710C9}" type="slidenum">
              <a:rPr lang="es-ES" noProof="0" smtClean="0"/>
              <a:pPr rtl="0"/>
              <a:t>‹#›</a:t>
            </a:fld>
            <a:endParaRPr lang="es-ES" noProof="0"/>
          </a:p>
        </p:txBody>
      </p:sp>
      <p:sp>
        <p:nvSpPr>
          <p:cNvPr id="9" name="Título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rtlCol="0"/>
          <a:lstStyle>
            <a:lvl1pPr>
              <a:lnSpc>
                <a:spcPct val="80000"/>
              </a:lnSpc>
              <a:defRPr lang="es-ES" sz="5000">
                <a:solidFill>
                  <a:schemeClr val="accent4"/>
                </a:solidFill>
              </a:defRPr>
            </a:lvl1pPr>
          </a:lstStyle>
          <a:p>
            <a:pPr rtl="0"/>
            <a:r>
              <a:rPr lang="es-ES" noProof="0"/>
              <a:t>Haga clic para modificar el estilo de título del patrón</a:t>
            </a:r>
          </a:p>
        </p:txBody>
      </p:sp>
      <p:sp>
        <p:nvSpPr>
          <p:cNvPr id="11" name="Marcador de texto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rtlCol="0"/>
          <a:lstStyle>
            <a:lvl1pPr marL="0" indent="0">
              <a:lnSpc>
                <a:spcPct val="100000"/>
              </a:lnSpc>
              <a:spcBef>
                <a:spcPts val="0"/>
              </a:spcBef>
              <a:buNone/>
              <a:defRPr lang="es-ES" sz="2200" b="1">
                <a:solidFill>
                  <a:schemeClr val="accent5"/>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2" name="Marcador de texto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rtlCol="0"/>
          <a:lstStyle>
            <a:lvl1pPr marL="0" indent="0">
              <a:lnSpc>
                <a:spcPct val="100000"/>
              </a:lnSpc>
              <a:spcBef>
                <a:spcPts val="0"/>
              </a:spcBef>
              <a:buNone/>
              <a:defRPr lang="es-ES" sz="2200" b="1">
                <a:solidFill>
                  <a:schemeClr val="accent5"/>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4" name="Marcador de texto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rtlCol="0"/>
          <a:lstStyle>
            <a:lvl1pPr marL="283464" indent="-283464">
              <a:lnSpc>
                <a:spcPct val="150000"/>
              </a:lnSpc>
              <a:spcBef>
                <a:spcPts val="0"/>
              </a:spcBef>
              <a:defRPr lang="es-ES" sz="1600">
                <a:solidFill>
                  <a:schemeClr val="accent5"/>
                </a:solidFill>
              </a:defRPr>
            </a:lvl1pPr>
            <a:lvl2pPr indent="-283464">
              <a:lnSpc>
                <a:spcPct val="150000"/>
              </a:lnSpc>
              <a:spcBef>
                <a:spcPts val="0"/>
              </a:spcBef>
              <a:defRPr lang="es-ES" sz="1600">
                <a:solidFill>
                  <a:schemeClr val="accent5"/>
                </a:solidFill>
              </a:defRPr>
            </a:lvl2pPr>
            <a:lvl3pPr indent="-283464">
              <a:lnSpc>
                <a:spcPct val="150000"/>
              </a:lnSpc>
              <a:spcBef>
                <a:spcPts val="0"/>
              </a:spcBef>
              <a:defRPr lang="es-ES" sz="1600">
                <a:solidFill>
                  <a:schemeClr val="accent5"/>
                </a:solidFill>
              </a:defRPr>
            </a:lvl3pPr>
            <a:lvl4pPr indent="-283464">
              <a:lnSpc>
                <a:spcPct val="150000"/>
              </a:lnSpc>
              <a:spcBef>
                <a:spcPts val="0"/>
              </a:spcBef>
              <a:defRPr lang="es-ES" sz="1600">
                <a:solidFill>
                  <a:schemeClr val="accent5"/>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p:txBody>
      </p:sp>
      <p:sp>
        <p:nvSpPr>
          <p:cNvPr id="15" name="Marcador de texto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rtlCol="0"/>
          <a:lstStyle>
            <a:lvl1pPr marL="283464" indent="-283464">
              <a:lnSpc>
                <a:spcPct val="150000"/>
              </a:lnSpc>
              <a:spcBef>
                <a:spcPts val="0"/>
              </a:spcBef>
              <a:defRPr lang="es-ES" sz="1600">
                <a:solidFill>
                  <a:schemeClr val="accent5"/>
                </a:solidFill>
              </a:defRPr>
            </a:lvl1pPr>
            <a:lvl2pPr indent="-283464">
              <a:lnSpc>
                <a:spcPct val="150000"/>
              </a:lnSpc>
              <a:spcBef>
                <a:spcPts val="0"/>
              </a:spcBef>
              <a:defRPr lang="es-ES" sz="1600">
                <a:solidFill>
                  <a:schemeClr val="accent5"/>
                </a:solidFill>
              </a:defRPr>
            </a:lvl2pPr>
            <a:lvl3pPr indent="-283464">
              <a:lnSpc>
                <a:spcPct val="150000"/>
              </a:lnSpc>
              <a:spcBef>
                <a:spcPts val="0"/>
              </a:spcBef>
              <a:defRPr lang="es-ES" sz="1600">
                <a:solidFill>
                  <a:schemeClr val="accent5"/>
                </a:solidFill>
              </a:defRPr>
            </a:lvl3pPr>
            <a:lvl4pPr indent="-283464">
              <a:lnSpc>
                <a:spcPct val="150000"/>
              </a:lnSpc>
              <a:spcBef>
                <a:spcPts val="0"/>
              </a:spcBef>
              <a:defRPr lang="es-ES" sz="1600">
                <a:solidFill>
                  <a:schemeClr val="accent5"/>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p:txBody>
      </p:sp>
      <p:grpSp>
        <p:nvGrpSpPr>
          <p:cNvPr id="17" name="Grupo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Conector recto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s contenido">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DACF6E0F-D722-BAD9-C6AD-9A11DAE47EC0}"/>
              </a:ext>
            </a:extLst>
          </p:cNvPr>
          <p:cNvSpPr>
            <a:spLocks noGrp="1"/>
          </p:cNvSpPr>
          <p:nvPr>
            <p:ph type="ftr" sz="quarter" idx="11"/>
          </p:nvPr>
        </p:nvSpPr>
        <p:spPr/>
        <p:txBody>
          <a:bodyPr rtlCol="0"/>
          <a:lstStyle>
            <a:defPPr>
              <a:defRPr lang="es-ES"/>
            </a:defPPr>
          </a:lstStyle>
          <a:p>
            <a:pPr rtl="0"/>
            <a:r>
              <a:rPr lang="es-ES" noProof="0"/>
              <a:t>Título de la presentación</a:t>
            </a:r>
          </a:p>
        </p:txBody>
      </p:sp>
      <p:sp>
        <p:nvSpPr>
          <p:cNvPr id="7" name="Marcador de número de diapositiva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t>‹#›</a:t>
            </a:fld>
            <a:endParaRPr lang="es-ES" noProof="0"/>
          </a:p>
        </p:txBody>
      </p:sp>
      <p:sp>
        <p:nvSpPr>
          <p:cNvPr id="8" name="Título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rtlCol="0"/>
          <a:lstStyle>
            <a:lvl1pPr>
              <a:defRPr lang="es-ES" sz="5000"/>
            </a:lvl1pPr>
          </a:lstStyle>
          <a:p>
            <a:pPr rtl="0"/>
            <a:r>
              <a:rPr lang="es-ES" noProof="0" dirty="0"/>
              <a:t>Haga clic para modificar el estilo de título del patrón</a:t>
            </a:r>
          </a:p>
        </p:txBody>
      </p:sp>
      <p:grpSp>
        <p:nvGrpSpPr>
          <p:cNvPr id="9" name="Grupo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Conector recto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Marcador de texto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3" name="Marcador de texto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noProof="0"/>
              <a:t>Haga clic para modificar los estilos de texto del patrón</a:t>
            </a:r>
          </a:p>
        </p:txBody>
      </p:sp>
      <p:sp>
        <p:nvSpPr>
          <p:cNvPr id="14" name="Marcador de texto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p:txBody>
      </p:sp>
      <p:sp>
        <p:nvSpPr>
          <p:cNvPr id="15" name="Marcador de texto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es contenidos">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DACF6E0F-D722-BAD9-C6AD-9A11DAE47EC0}"/>
              </a:ext>
            </a:extLst>
          </p:cNvPr>
          <p:cNvSpPr>
            <a:spLocks noGrp="1"/>
          </p:cNvSpPr>
          <p:nvPr>
            <p:ph type="ftr" sz="quarter" idx="11"/>
          </p:nvPr>
        </p:nvSpPr>
        <p:spPr/>
        <p:txBody>
          <a:bodyPr rtlCol="0"/>
          <a:lstStyle>
            <a:defPPr>
              <a:defRPr lang="es-ES"/>
            </a:defPPr>
          </a:lstStyle>
          <a:p>
            <a:pPr rtl="0"/>
            <a:r>
              <a:rPr lang="es-ES"/>
              <a:t>Título de la presentación</a:t>
            </a:r>
          </a:p>
        </p:txBody>
      </p:sp>
      <p:sp>
        <p:nvSpPr>
          <p:cNvPr id="7" name="Marcador de número de diapositiva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t>‹#›</a:t>
            </a:fld>
            <a:endParaRPr lang="es-ES" noProof="0"/>
          </a:p>
        </p:txBody>
      </p:sp>
      <p:sp>
        <p:nvSpPr>
          <p:cNvPr id="8" name="Título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rtlCol="0"/>
          <a:lstStyle>
            <a:lvl1pPr>
              <a:defRPr lang="es-ES" sz="5000"/>
            </a:lvl1pPr>
          </a:lstStyle>
          <a:p>
            <a:pPr rtl="0"/>
            <a:r>
              <a:rPr lang="es-ES"/>
              <a:t>Haga clic para modificar el estilo de título del patrón</a:t>
            </a:r>
            <a:endParaRPr lang="es-ES" dirty="0"/>
          </a:p>
        </p:txBody>
      </p:sp>
      <p:sp>
        <p:nvSpPr>
          <p:cNvPr id="12" name="Marcador de texto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a:t>Haga clic para modificar los estilos de texto del patrón</a:t>
            </a:r>
          </a:p>
        </p:txBody>
      </p:sp>
      <p:sp>
        <p:nvSpPr>
          <p:cNvPr id="13" name="Marcador de texto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a:t>Haga clic para modificar los estilos de texto del patrón</a:t>
            </a:r>
          </a:p>
        </p:txBody>
      </p:sp>
      <p:sp>
        <p:nvSpPr>
          <p:cNvPr id="14" name="Marcador de texto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dirty="0"/>
              <a:t>Haga clic para modificar los estilos de texto del patrón</a:t>
            </a:r>
          </a:p>
          <a:p>
            <a:pPr lvl="1" rtl="0"/>
            <a:r>
              <a:rPr lang="es-ES" dirty="0"/>
              <a:t>Segundo nivel</a:t>
            </a:r>
          </a:p>
          <a:p>
            <a:pPr lvl="2" rtl="0"/>
            <a:r>
              <a:rPr lang="es-ES" dirty="0"/>
              <a:t>Tercer nivel</a:t>
            </a:r>
          </a:p>
          <a:p>
            <a:pPr lvl="3" rtl="0"/>
            <a:r>
              <a:rPr lang="es-ES" dirty="0"/>
              <a:t>Cuarto nivel</a:t>
            </a:r>
          </a:p>
        </p:txBody>
      </p:sp>
      <p:sp>
        <p:nvSpPr>
          <p:cNvPr id="15" name="Marcador de texto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p:txBody>
      </p:sp>
      <p:grpSp>
        <p:nvGrpSpPr>
          <p:cNvPr id="16" name="Grupo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Conector recto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Marcador de texto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rtlCol="0"/>
          <a:lstStyle>
            <a:lvl1pPr marL="0" indent="0">
              <a:lnSpc>
                <a:spcPct val="100000"/>
              </a:lnSpc>
              <a:spcBef>
                <a:spcPts val="0"/>
              </a:spcBef>
              <a:buNone/>
              <a:defRPr lang="es-ES" sz="2200" b="1">
                <a:solidFill>
                  <a:schemeClr val="tx2"/>
                </a:solidFill>
              </a:defRPr>
            </a:lvl1pPr>
            <a:lvl2pPr>
              <a:defRPr lang="es-ES">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a:t>Haga clic para modificar los estilos de texto del patrón</a:t>
            </a:r>
          </a:p>
        </p:txBody>
      </p:sp>
      <p:sp>
        <p:nvSpPr>
          <p:cNvPr id="20" name="Marcador de texto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rtlCol="0"/>
          <a:lstStyle>
            <a:lvl1pPr marL="283464" indent="-283464">
              <a:lnSpc>
                <a:spcPct val="150000"/>
              </a:lnSpc>
              <a:spcBef>
                <a:spcPts val="0"/>
              </a:spcBef>
              <a:defRPr lang="es-ES" sz="1600">
                <a:solidFill>
                  <a:schemeClr val="tx2"/>
                </a:solidFill>
              </a:defRPr>
            </a:lvl1pPr>
            <a:lvl2pPr indent="-283464">
              <a:lnSpc>
                <a:spcPct val="150000"/>
              </a:lnSpc>
              <a:spcBef>
                <a:spcPts val="0"/>
              </a:spcBef>
              <a:defRPr lang="es-ES" sz="1600">
                <a:solidFill>
                  <a:schemeClr val="tx2"/>
                </a:solidFill>
              </a:defRPr>
            </a:lvl2pPr>
            <a:lvl3pPr indent="-283464">
              <a:lnSpc>
                <a:spcPct val="150000"/>
              </a:lnSpc>
              <a:spcBef>
                <a:spcPts val="0"/>
              </a:spcBef>
              <a:defRPr lang="es-ES" sz="1600">
                <a:solidFill>
                  <a:schemeClr val="tx2"/>
                </a:solidFill>
              </a:defRPr>
            </a:lvl3pPr>
            <a:lvl4pPr indent="-283464">
              <a:lnSpc>
                <a:spcPct val="150000"/>
              </a:lnSpc>
              <a:spcBef>
                <a:spcPts val="0"/>
              </a:spcBef>
              <a:defRPr lang="es-ES" sz="1600">
                <a:solidFill>
                  <a:schemeClr val="tx2"/>
                </a:solidFill>
              </a:defRPr>
            </a:lvl4pPr>
            <a:lvl5pPr indent="-283464">
              <a:lnSpc>
                <a:spcPct val="150000"/>
              </a:lnSpc>
              <a:spcBef>
                <a:spcPts val="0"/>
              </a:spcBef>
              <a:defRPr lang="es-ES" sz="1600">
                <a:solidFill>
                  <a:schemeClr val="tx2"/>
                </a:solidFill>
              </a:defRPr>
            </a:lvl5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accent6"/>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2" name="Título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rtlCol="0" anchor="t"/>
          <a:lstStyle>
            <a:lvl1pPr>
              <a:lnSpc>
                <a:spcPct val="80000"/>
              </a:lnSpc>
              <a:defRPr lang="es-ES" sz="7200" cap="all" baseline="0">
                <a:solidFill>
                  <a:schemeClr val="bg1"/>
                </a:solidFill>
              </a:defRPr>
            </a:lvl1pPr>
          </a:lstStyle>
          <a:p>
            <a:pPr rtl="0"/>
            <a:r>
              <a:rPr lang="es-ES"/>
              <a:t>Haga clic para modificar el estilo de título del patrón</a:t>
            </a:r>
          </a:p>
        </p:txBody>
      </p:sp>
      <p:grpSp>
        <p:nvGrpSpPr>
          <p:cNvPr id="7" name="Grupo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Conector recto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Marcador de texto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rtlCol="0"/>
          <a:lstStyle>
            <a:lvl1pPr marL="0" indent="0">
              <a:lnSpc>
                <a:spcPct val="150000"/>
              </a:lnSpc>
              <a:spcBef>
                <a:spcPts val="0"/>
              </a:spcBef>
              <a:buNone/>
              <a:defRPr lang="es-ES" sz="2200" b="1">
                <a:solidFill>
                  <a:schemeClr val="bg1"/>
                </a:solidFill>
              </a:defRPr>
            </a:lvl1pPr>
            <a:lvl2pPr marL="0" indent="0">
              <a:lnSpc>
                <a:spcPct val="150000"/>
              </a:lnSpc>
              <a:spcBef>
                <a:spcPts val="0"/>
              </a:spcBef>
              <a:buNone/>
              <a:defRPr lang="es-ES" sz="2200">
                <a:solidFill>
                  <a:schemeClr val="bg1"/>
                </a:solidFill>
              </a:defRPr>
            </a:lvl2pPr>
            <a:lvl3pPr>
              <a:defRPr lang="es-ES">
                <a:solidFill>
                  <a:schemeClr val="bg1"/>
                </a:solidFill>
              </a:defRPr>
            </a:lvl3pPr>
            <a:lvl4pPr>
              <a:defRPr lang="es-ES">
                <a:solidFill>
                  <a:schemeClr val="bg1"/>
                </a:solidFill>
              </a:defRPr>
            </a:lvl4pPr>
            <a:lvl5pPr>
              <a:defRPr lang="es-ES">
                <a:solidFill>
                  <a:schemeClr val="bg1"/>
                </a:solidFill>
              </a:defRPr>
            </a:lvl5pPr>
          </a:lstStyle>
          <a:p>
            <a:pPr lvl="0" rtl="0"/>
            <a:r>
              <a:rPr lang="es-ES"/>
              <a:t>Haga clic para modificar los estilos de texto del patrón</a:t>
            </a:r>
          </a:p>
          <a:p>
            <a:pPr lvl="1" rtl="0"/>
            <a:r>
              <a:rPr lang="es-ES"/>
              <a:t>Segundo nivel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6C28C00-D101-DFF8-7E0A-1AEBF0DBE72B}"/>
              </a:ext>
            </a:extLst>
          </p:cNvPr>
          <p:cNvSpPr>
            <a:spLocks noGrp="1"/>
          </p:cNvSpPr>
          <p:nvPr>
            <p:ph type="dt" sz="half" idx="10"/>
          </p:nvPr>
        </p:nvSpPr>
        <p:spPr/>
        <p:txBody>
          <a:bodyPr rtlCol="0"/>
          <a:lstStyle>
            <a:defPPr>
              <a:defRPr lang="es-ES"/>
            </a:defPPr>
          </a:lstStyle>
          <a:p>
            <a:pPr rtl="0"/>
            <a:endParaRPr lang="es-ES" noProof="0" dirty="0"/>
          </a:p>
        </p:txBody>
      </p:sp>
      <p:sp>
        <p:nvSpPr>
          <p:cNvPr id="4" name="Marcador de pie de página 3">
            <a:extLst>
              <a:ext uri="{FF2B5EF4-FFF2-40B4-BE49-F238E27FC236}">
                <a16:creationId xmlns:a16="http://schemas.microsoft.com/office/drawing/2014/main" id="{D74C5F1F-F8B7-6C5F-6A7F-5F8F6128A1C8}"/>
              </a:ext>
            </a:extLst>
          </p:cNvPr>
          <p:cNvSpPr>
            <a:spLocks noGrp="1"/>
          </p:cNvSpPr>
          <p:nvPr>
            <p:ph type="ftr" sz="quarter" idx="11"/>
          </p:nvPr>
        </p:nvSpPr>
        <p:spPr/>
        <p:txBody>
          <a:bodyPr rtlCol="0"/>
          <a:lstStyle>
            <a:defPPr>
              <a:defRPr lang="es-ES"/>
            </a:defPPr>
          </a:lstStyle>
          <a:p>
            <a:pPr rtl="0"/>
            <a:r>
              <a:rPr lang="es-ES"/>
              <a:t>Título de la presentación</a:t>
            </a:r>
          </a:p>
        </p:txBody>
      </p:sp>
      <p:sp>
        <p:nvSpPr>
          <p:cNvPr id="5" name="Marcador de número de diapositiva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t>‹#›</a:t>
            </a:fld>
            <a:endParaRPr lang="es-ES" noProof="0"/>
          </a:p>
        </p:txBody>
      </p:sp>
      <p:sp>
        <p:nvSpPr>
          <p:cNvPr id="6" name="Título 5">
            <a:extLst>
              <a:ext uri="{FF2B5EF4-FFF2-40B4-BE49-F238E27FC236}">
                <a16:creationId xmlns:a16="http://schemas.microsoft.com/office/drawing/2014/main" id="{160592E8-155C-36FA-DA0A-52B23CE8AF5A}"/>
              </a:ext>
            </a:extLst>
          </p:cNvPr>
          <p:cNvSpPr>
            <a:spLocks noGrp="1"/>
          </p:cNvSpPr>
          <p:nvPr>
            <p:ph type="title"/>
          </p:nvPr>
        </p:nvSpPr>
        <p:spPr/>
        <p:txBody>
          <a:bodyPr rtlCol="0"/>
          <a:lstStyle>
            <a:defPPr>
              <a:defRPr lang="es-ES"/>
            </a:defPPr>
          </a:lstStyle>
          <a:p>
            <a:pPr rtl="0"/>
            <a:r>
              <a:rPr lang="es-ES"/>
              <a:t>Haga clic para modificar el estilo de título del patrón</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64B432-06C2-E932-E96F-67CECC2E9658}"/>
              </a:ext>
            </a:extLst>
          </p:cNvPr>
          <p:cNvSpPr>
            <a:spLocks noGrp="1"/>
          </p:cNvSpPr>
          <p:nvPr>
            <p:ph type="dt" sz="half" idx="10"/>
          </p:nvPr>
        </p:nvSpPr>
        <p:spPr/>
        <p:txBody>
          <a:bodyPr rtlCol="0"/>
          <a:lstStyle>
            <a:defPPr>
              <a:defRPr lang="es-ES"/>
            </a:defPPr>
          </a:lstStyle>
          <a:p>
            <a:pPr rtl="0"/>
            <a:endParaRPr lang="es-ES" noProof="0" dirty="0"/>
          </a:p>
        </p:txBody>
      </p:sp>
      <p:sp>
        <p:nvSpPr>
          <p:cNvPr id="3" name="Marcador de pie de página 2">
            <a:extLst>
              <a:ext uri="{FF2B5EF4-FFF2-40B4-BE49-F238E27FC236}">
                <a16:creationId xmlns:a16="http://schemas.microsoft.com/office/drawing/2014/main" id="{7F1F3471-B7F6-01DB-D712-136C1626DFAE}"/>
              </a:ext>
            </a:extLst>
          </p:cNvPr>
          <p:cNvSpPr>
            <a:spLocks noGrp="1"/>
          </p:cNvSpPr>
          <p:nvPr>
            <p:ph type="ftr" sz="quarter" idx="11"/>
          </p:nvPr>
        </p:nvSpPr>
        <p:spPr/>
        <p:txBody>
          <a:bodyPr rtlCol="0"/>
          <a:lstStyle>
            <a:defPPr>
              <a:defRPr lang="es-ES"/>
            </a:defPPr>
          </a:lstStyle>
          <a:p>
            <a:pPr rtl="0"/>
            <a:r>
              <a:rPr lang="es-ES"/>
              <a:t>Título de la presentación</a:t>
            </a:r>
          </a:p>
        </p:txBody>
      </p:sp>
      <p:sp>
        <p:nvSpPr>
          <p:cNvPr id="4" name="Marcador de número de diapositiva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t>‹#›</a:t>
            </a:fld>
            <a:endParaRPr lang="es-E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rtlCol="0" anchor="b"/>
          <a:lstStyle>
            <a:lvl1pPr>
              <a:defRPr lang="es-ES" sz="3200"/>
            </a:lvl1pPr>
          </a:lstStyle>
          <a:p>
            <a:pPr rtl="0"/>
            <a:r>
              <a:rPr lang="es-ES"/>
              <a:t>Haga clic para modificar el estilo de título del patrón</a:t>
            </a:r>
          </a:p>
        </p:txBody>
      </p:sp>
      <p:sp>
        <p:nvSpPr>
          <p:cNvPr id="3" name="Marcador de contenido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rtlCol="0"/>
          <a:lstStyle>
            <a:lvl1pPr>
              <a:defRPr lang="es-ES" sz="3200"/>
            </a:lvl1pPr>
            <a:lvl2pPr>
              <a:defRPr lang="es-ES" sz="2800"/>
            </a:lvl2pPr>
            <a:lvl3pPr>
              <a:defRPr lang="es-ES" sz="2400"/>
            </a:lvl3pPr>
            <a:lvl4pPr>
              <a:defRPr lang="es-ES" sz="2000"/>
            </a:lvl4pPr>
            <a:lvl5pPr>
              <a:defRPr lang="es-ES" sz="2000"/>
            </a:lvl5pPr>
            <a:lvl6pPr>
              <a:defRPr lang="es-ES" sz="2000"/>
            </a:lvl6pPr>
            <a:lvl7pPr>
              <a:defRPr lang="es-ES" sz="2000"/>
            </a:lvl7pPr>
            <a:lvl8pPr>
              <a:defRPr lang="es-ES" sz="2000"/>
            </a:lvl8pPr>
            <a:lvl9pPr>
              <a:defRPr lang="es-ES" sz="2000"/>
            </a:lvl9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texto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rtlCol="0"/>
          <a:lstStyle>
            <a:lvl1pPr marL="0" indent="0">
              <a:buNone/>
              <a:defRPr lang="es-ES" sz="1600"/>
            </a:lvl1pPr>
            <a:lvl2pPr marL="457200" indent="0">
              <a:buNone/>
              <a:defRPr lang="es-ES" sz="1400"/>
            </a:lvl2pPr>
            <a:lvl3pPr marL="914400" indent="0">
              <a:buNone/>
              <a:defRPr lang="es-ES" sz="1200"/>
            </a:lvl3pPr>
            <a:lvl4pPr marL="1371600" indent="0">
              <a:buNone/>
              <a:defRPr lang="es-ES" sz="1000"/>
            </a:lvl4pPr>
            <a:lvl5pPr marL="1828800" indent="0">
              <a:buNone/>
              <a:defRPr lang="es-ES" sz="1000"/>
            </a:lvl5pPr>
            <a:lvl6pPr marL="2286000" indent="0">
              <a:buNone/>
              <a:defRPr lang="es-ES" sz="1000"/>
            </a:lvl6pPr>
            <a:lvl7pPr marL="2743200" indent="0">
              <a:buNone/>
              <a:defRPr lang="es-ES" sz="1000"/>
            </a:lvl7pPr>
            <a:lvl8pPr marL="3200400" indent="0">
              <a:buNone/>
              <a:defRPr lang="es-ES" sz="1000"/>
            </a:lvl8pPr>
            <a:lvl9pPr marL="3657600" indent="0">
              <a:buNone/>
              <a:defRPr lang="es-ES" sz="1000"/>
            </a:lvl9pPr>
          </a:lstStyle>
          <a:p>
            <a:pPr lvl="0" rtl="0"/>
            <a:r>
              <a:rPr lang="es-ES"/>
              <a:t>Haga clic para modificar los estilos de texto del patrón</a:t>
            </a:r>
          </a:p>
        </p:txBody>
      </p:sp>
      <p:sp>
        <p:nvSpPr>
          <p:cNvPr id="5" name="Marcador de fecha 4">
            <a:extLst>
              <a:ext uri="{FF2B5EF4-FFF2-40B4-BE49-F238E27FC236}">
                <a16:creationId xmlns:a16="http://schemas.microsoft.com/office/drawing/2014/main" id="{3C6493B1-79A4-1FA9-B462-853856DE870E}"/>
              </a:ext>
            </a:extLst>
          </p:cNvPr>
          <p:cNvSpPr>
            <a:spLocks noGrp="1"/>
          </p:cNvSpPr>
          <p:nvPr>
            <p:ph type="dt" sz="half" idx="10"/>
          </p:nvPr>
        </p:nvSpPr>
        <p:spPr/>
        <p:txBody>
          <a:bodyPr rtlCol="0"/>
          <a:lstStyle>
            <a:defPPr>
              <a:defRPr lang="es-ES"/>
            </a:defPPr>
          </a:lstStyle>
          <a:p>
            <a:pPr rtl="0"/>
            <a:endParaRPr lang="es-ES" noProof="0" dirty="0"/>
          </a:p>
        </p:txBody>
      </p:sp>
      <p:sp>
        <p:nvSpPr>
          <p:cNvPr id="6" name="Marcador de pie de página 5">
            <a:extLst>
              <a:ext uri="{FF2B5EF4-FFF2-40B4-BE49-F238E27FC236}">
                <a16:creationId xmlns:a16="http://schemas.microsoft.com/office/drawing/2014/main" id="{A697EEE8-8F1E-8F14-E2ED-333A1FF24725}"/>
              </a:ext>
            </a:extLst>
          </p:cNvPr>
          <p:cNvSpPr>
            <a:spLocks noGrp="1"/>
          </p:cNvSpPr>
          <p:nvPr>
            <p:ph type="ftr" sz="quarter" idx="11"/>
          </p:nvPr>
        </p:nvSpPr>
        <p:spPr/>
        <p:txBody>
          <a:bodyPr rtlCol="0"/>
          <a:lstStyle>
            <a:defPPr>
              <a:defRPr lang="es-ES"/>
            </a:defPPr>
          </a:lstStyle>
          <a:p>
            <a:pPr rtl="0"/>
            <a:r>
              <a:rPr lang="es-ES"/>
              <a:t>Título de la presentación</a:t>
            </a:r>
          </a:p>
        </p:txBody>
      </p:sp>
      <p:sp>
        <p:nvSpPr>
          <p:cNvPr id="7" name="Marcador de número de diapositiva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t>‹#›</a:t>
            </a:fld>
            <a:endParaRPr lang="es-E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rtlCol="0" anchor="b"/>
          <a:lstStyle>
            <a:lvl1pPr>
              <a:defRPr lang="es-ES" sz="3200"/>
            </a:lvl1pPr>
          </a:lstStyle>
          <a:p>
            <a:pPr rtl="0"/>
            <a:r>
              <a:rPr lang="es-ES" noProof="0"/>
              <a:t>Haga clic para modificar el estilo de título del patrón</a:t>
            </a:r>
          </a:p>
        </p:txBody>
      </p:sp>
      <p:sp>
        <p:nvSpPr>
          <p:cNvPr id="3" name="Marcador de posición de imagen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rtlCol="0"/>
          <a:lstStyle>
            <a:lvl1pPr marL="0" indent="0">
              <a:buNone/>
              <a:defRPr lang="es-ES" sz="3200"/>
            </a:lvl1pPr>
            <a:lvl2pPr marL="457200" indent="0">
              <a:buNone/>
              <a:defRPr lang="es-ES" sz="2800"/>
            </a:lvl2pPr>
            <a:lvl3pPr marL="914400" indent="0">
              <a:buNone/>
              <a:defRPr lang="es-ES" sz="2400"/>
            </a:lvl3pPr>
            <a:lvl4pPr marL="1371600" indent="0">
              <a:buNone/>
              <a:defRPr lang="es-ES" sz="2000"/>
            </a:lvl4pPr>
            <a:lvl5pPr marL="1828800" indent="0">
              <a:buNone/>
              <a:defRPr lang="es-ES" sz="2000"/>
            </a:lvl5pPr>
            <a:lvl6pPr marL="2286000" indent="0">
              <a:buNone/>
              <a:defRPr lang="es-ES" sz="2000"/>
            </a:lvl6pPr>
            <a:lvl7pPr marL="2743200" indent="0">
              <a:buNone/>
              <a:defRPr lang="es-ES" sz="2000"/>
            </a:lvl7pPr>
            <a:lvl8pPr marL="3200400" indent="0">
              <a:buNone/>
              <a:defRPr lang="es-ES" sz="2000"/>
            </a:lvl8pPr>
            <a:lvl9pPr marL="3657600" indent="0">
              <a:buNone/>
              <a:defRPr lang="es-ES" sz="2000"/>
            </a:lvl9pPr>
          </a:lstStyle>
          <a:p>
            <a:pPr rtl="0"/>
            <a:endParaRPr lang="es-ES" noProof="0"/>
          </a:p>
        </p:txBody>
      </p:sp>
      <p:sp>
        <p:nvSpPr>
          <p:cNvPr id="4" name="Marcador de texto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rtlCol="0"/>
          <a:lstStyle>
            <a:lvl1pPr marL="0" indent="0">
              <a:buNone/>
              <a:defRPr lang="es-ES" sz="1600"/>
            </a:lvl1pPr>
            <a:lvl2pPr marL="457200" indent="0">
              <a:buNone/>
              <a:defRPr lang="es-ES" sz="1400"/>
            </a:lvl2pPr>
            <a:lvl3pPr marL="914400" indent="0">
              <a:buNone/>
              <a:defRPr lang="es-ES" sz="1200"/>
            </a:lvl3pPr>
            <a:lvl4pPr marL="1371600" indent="0">
              <a:buNone/>
              <a:defRPr lang="es-ES" sz="1000"/>
            </a:lvl4pPr>
            <a:lvl5pPr marL="1828800" indent="0">
              <a:buNone/>
              <a:defRPr lang="es-ES" sz="1000"/>
            </a:lvl5pPr>
            <a:lvl6pPr marL="2286000" indent="0">
              <a:buNone/>
              <a:defRPr lang="es-ES" sz="1000"/>
            </a:lvl6pPr>
            <a:lvl7pPr marL="2743200" indent="0">
              <a:buNone/>
              <a:defRPr lang="es-ES" sz="1000"/>
            </a:lvl7pPr>
            <a:lvl8pPr marL="3200400" indent="0">
              <a:buNone/>
              <a:defRPr lang="es-ES" sz="1000"/>
            </a:lvl8pPr>
            <a:lvl9pPr marL="3657600" indent="0">
              <a:buNone/>
              <a:defRPr lang="es-ES"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D4464F27-6C3B-1E36-B1DC-ECB72DCF22AC}"/>
              </a:ext>
            </a:extLst>
          </p:cNvPr>
          <p:cNvSpPr>
            <a:spLocks noGrp="1"/>
          </p:cNvSpPr>
          <p:nvPr>
            <p:ph type="dt" sz="half" idx="10"/>
          </p:nvPr>
        </p:nvSpPr>
        <p:spPr/>
        <p:txBody>
          <a:bodyPr rtlCol="0"/>
          <a:lstStyle>
            <a:defPPr>
              <a:defRPr lang="es-ES"/>
            </a:defPPr>
          </a:lstStyle>
          <a:p>
            <a:pPr rtl="0"/>
            <a:endParaRPr lang="es-ES" noProof="0"/>
          </a:p>
        </p:txBody>
      </p:sp>
      <p:sp>
        <p:nvSpPr>
          <p:cNvPr id="6" name="Marcador de pie de página 5">
            <a:extLst>
              <a:ext uri="{FF2B5EF4-FFF2-40B4-BE49-F238E27FC236}">
                <a16:creationId xmlns:a16="http://schemas.microsoft.com/office/drawing/2014/main" id="{1BC595AB-D292-D355-47CD-748C160B1BD3}"/>
              </a:ext>
            </a:extLst>
          </p:cNvPr>
          <p:cNvSpPr>
            <a:spLocks noGrp="1"/>
          </p:cNvSpPr>
          <p:nvPr>
            <p:ph type="ftr" sz="quarter" idx="11"/>
          </p:nvPr>
        </p:nvSpPr>
        <p:spPr/>
        <p:txBody>
          <a:bodyPr rtlCol="0"/>
          <a:lstStyle>
            <a:defPPr>
              <a:defRPr lang="es-ES"/>
            </a:defPPr>
          </a:lstStyle>
          <a:p>
            <a:pPr rtl="0"/>
            <a:r>
              <a:rPr lang="es-ES" noProof="0"/>
              <a:t>Título de la presentación</a:t>
            </a:r>
          </a:p>
        </p:txBody>
      </p:sp>
      <p:sp>
        <p:nvSpPr>
          <p:cNvPr id="7" name="Marcador de número de diapositiva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rtlCol="0"/>
          <a:lstStyle>
            <a:defPPr>
              <a:defRPr lang="es-ES"/>
            </a:defPPr>
          </a:lstStyle>
          <a:p>
            <a:pPr rtl="0"/>
            <a:fld id="{5BFCF61C-3B18-4C03-8326-CC3B32D710C9}" type="slidenum">
              <a:rPr lang="es-ES" noProof="0" smtClean="0"/>
              <a:t>‹#›</a:t>
            </a:fld>
            <a:endParaRPr lang="es-E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defPPr>
              <a:defRPr lang="es-ES"/>
            </a:defPPr>
          </a:lstStyle>
          <a:p>
            <a:pPr rtl="0"/>
            <a:r>
              <a:rPr lang="es-ES"/>
              <a:t>Haga clic para modificar el estilo de título del patrón</a:t>
            </a:r>
          </a:p>
        </p:txBody>
      </p:sp>
      <p:sp>
        <p:nvSpPr>
          <p:cNvPr id="3" name="Marcador de texto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lang="es-ES" sz="1200">
                <a:solidFill>
                  <a:schemeClr val="tx1">
                    <a:tint val="75000"/>
                  </a:schemeClr>
                </a:solidFill>
              </a:defRPr>
            </a:lvl1pPr>
          </a:lstStyle>
          <a:p>
            <a:pPr rtl="0"/>
            <a:endParaRPr lang="es-ES" noProof="0"/>
          </a:p>
        </p:txBody>
      </p:sp>
      <p:sp>
        <p:nvSpPr>
          <p:cNvPr id="5" name="Marcador de pie de página 4">
            <a:extLst>
              <a:ext uri="{FF2B5EF4-FFF2-40B4-BE49-F238E27FC236}">
                <a16:creationId xmlns:a16="http://schemas.microsoft.com/office/drawing/2014/main" id="{01A3E9A7-861F-C5C4-DD4E-37AC66D867ED}"/>
              </a:ext>
            </a:extLst>
          </p:cNvPr>
          <p:cNvSpPr>
            <a:spLocks noGrp="1"/>
          </p:cNvSpPr>
          <p:nvPr>
            <p:ph type="ftr" sz="quarter" idx="3"/>
          </p:nvPr>
        </p:nvSpPr>
        <p:spPr>
          <a:xfrm>
            <a:off x="411479" y="301752"/>
            <a:ext cx="2043853" cy="274320"/>
          </a:xfrm>
          <a:prstGeom prst="rect">
            <a:avLst/>
          </a:prstGeom>
        </p:spPr>
        <p:txBody>
          <a:bodyPr vert="horz" lIns="91440" tIns="45720" rIns="91440" bIns="45720" rtlCol="0" anchor="ctr">
            <a:noAutofit/>
          </a:bodyPr>
          <a:lstStyle>
            <a:lvl1pPr algn="l">
              <a:defRPr lang="es-ES" sz="1200">
                <a:solidFill>
                  <a:schemeClr val="tx2"/>
                </a:solidFill>
              </a:defRPr>
            </a:lvl1pPr>
          </a:lstStyle>
          <a:p>
            <a:pPr rtl="0"/>
            <a:r>
              <a:rPr lang="es-ES"/>
              <a:t>Título de la presentación</a:t>
            </a:r>
            <a:endParaRPr lang="es-ES" dirty="0"/>
          </a:p>
        </p:txBody>
      </p:sp>
      <p:sp>
        <p:nvSpPr>
          <p:cNvPr id="6" name="Marcador de número de diapositiva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lang="es-ES" sz="1200">
                <a:solidFill>
                  <a:schemeClr val="tx2"/>
                </a:solidFill>
              </a:defRPr>
            </a:lvl1pPr>
          </a:lstStyle>
          <a:p>
            <a:pPr rtl="0"/>
            <a:fld id="{5BFCF61C-3B18-4C03-8326-CC3B32D710C9}" type="slidenum">
              <a:rPr lang="es-ES" noProof="0" smtClean="0"/>
              <a:pPr rtl="0"/>
              <a:t>‹#›</a:t>
            </a:fld>
            <a:endParaRPr lang="es-E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lang="es-ES"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s-ES"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ítulo 23">
            <a:extLst>
              <a:ext uri="{FF2B5EF4-FFF2-40B4-BE49-F238E27FC236}">
                <a16:creationId xmlns:a16="http://schemas.microsoft.com/office/drawing/2014/main" id="{04B07C7A-8E1D-7BF7-31C8-5C68C6D2F9CF}"/>
              </a:ext>
            </a:extLst>
          </p:cNvPr>
          <p:cNvSpPr>
            <a:spLocks noGrp="1"/>
          </p:cNvSpPr>
          <p:nvPr>
            <p:ph type="ctrTitle"/>
          </p:nvPr>
        </p:nvSpPr>
        <p:spPr/>
        <p:txBody>
          <a:bodyPr rtlCol="0">
            <a:normAutofit fontScale="90000"/>
          </a:bodyPr>
          <a:lstStyle>
            <a:defPPr>
              <a:defRPr lang="es-ES"/>
            </a:defPPr>
          </a:lstStyle>
          <a:p>
            <a:r>
              <a:rPr lang="es-ES" dirty="0"/>
              <a:t>Aprendizaje de maquina</a:t>
            </a:r>
            <a:endParaRPr lang="en-US" dirty="0"/>
          </a:p>
        </p:txBody>
      </p:sp>
      <p:sp>
        <p:nvSpPr>
          <p:cNvPr id="11" name="Subtítulo 10">
            <a:extLst>
              <a:ext uri="{FF2B5EF4-FFF2-40B4-BE49-F238E27FC236}">
                <a16:creationId xmlns:a16="http://schemas.microsoft.com/office/drawing/2014/main" id="{EF3A7BFE-9123-98C4-791C-9A3FE773CF97}"/>
              </a:ext>
            </a:extLst>
          </p:cNvPr>
          <p:cNvSpPr>
            <a:spLocks noGrp="1"/>
          </p:cNvSpPr>
          <p:nvPr>
            <p:ph type="subTitle" idx="1"/>
          </p:nvPr>
        </p:nvSpPr>
        <p:spPr>
          <a:xfrm>
            <a:off x="3959352" y="5128768"/>
            <a:ext cx="8229600" cy="485648"/>
          </a:xfrm>
        </p:spPr>
        <p:txBody>
          <a:bodyPr vert="horz" lIns="91440" tIns="45720" rIns="91440" bIns="45720" rtlCol="0" anchor="t">
            <a:noAutofit/>
          </a:bodyPr>
          <a:lstStyle>
            <a:defPPr>
              <a:defRPr lang="es-ES"/>
            </a:defPPr>
          </a:lstStyle>
          <a:p>
            <a:r>
              <a:rPr lang="es-ES" b="0" dirty="0">
                <a:solidFill>
                  <a:srgbClr val="FFFFFF"/>
                </a:solidFill>
                <a:latin typeface="Arial"/>
                <a:cs typeface="Arial"/>
              </a:rPr>
              <a:t>Steven Andrés Peinado </a:t>
            </a:r>
            <a:r>
              <a:rPr lang="es-ES" b="0">
                <a:solidFill>
                  <a:srgbClr val="FFFFFF"/>
                </a:solidFill>
                <a:latin typeface="Arial"/>
                <a:cs typeface="Arial"/>
              </a:rPr>
              <a:t>Páez</a:t>
            </a:r>
            <a:r>
              <a:rPr lang="es-ES" b="0" dirty="0">
                <a:solidFill>
                  <a:srgbClr val="FFFFFF"/>
                </a:solidFill>
                <a:latin typeface="Arial"/>
                <a:cs typeface="Arial"/>
              </a:rPr>
              <a:t>, Alejandro Doncel Martínez y Juan Diego Carreño Vásquez</a:t>
            </a:r>
            <a:endParaRPr lang="es-ES" b="0">
              <a:cs typeface="Arial"/>
            </a:endParaRPr>
          </a:p>
        </p:txBody>
      </p:sp>
      <p:sp>
        <p:nvSpPr>
          <p:cNvPr id="3" name="Subtítulo 10">
            <a:extLst>
              <a:ext uri="{FF2B5EF4-FFF2-40B4-BE49-F238E27FC236}">
                <a16:creationId xmlns:a16="http://schemas.microsoft.com/office/drawing/2014/main" id="{5C207262-66BB-2FAF-B34E-49FBED21A834}"/>
              </a:ext>
            </a:extLst>
          </p:cNvPr>
          <p:cNvSpPr txBox="1">
            <a:spLocks/>
          </p:cNvSpPr>
          <p:nvPr/>
        </p:nvSpPr>
        <p:spPr>
          <a:xfrm>
            <a:off x="2272792" y="3045968"/>
            <a:ext cx="5486400" cy="384048"/>
          </a:xfrm>
          <a:prstGeom prst="rect">
            <a:avLst/>
          </a:prstGeom>
        </p:spPr>
        <p:txBody>
          <a:bodyPr vert="horz" lIns="91440" tIns="45720" rIns="91440" bIns="45720" rtlCol="0" anchor="t">
            <a:noAutofit/>
          </a:bodyPr>
          <a:lstStyle>
            <a:defPPr>
              <a:defRPr lang="es-ES"/>
            </a:defPPr>
            <a:lvl1pPr marL="0" indent="0" algn="l" defTabSz="914400" rtl="0" eaLnBrk="1" latinLnBrk="0" hangingPunct="1">
              <a:lnSpc>
                <a:spcPct val="80000"/>
              </a:lnSpc>
              <a:spcBef>
                <a:spcPts val="0"/>
              </a:spcBef>
              <a:buFont typeface="Arial" panose="020B0604020202020204" pitchFamily="34" charset="0"/>
              <a:buNone/>
              <a:defRPr lang="es-ES" sz="2400" b="1"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lang="es-ES" sz="2000"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lang="es-ES" sz="1800"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lang="es-ES" sz="1600"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lang="es-ES"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lang="es-ES"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lang="es-ES"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lang="es-ES"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lang="es-ES" sz="1600" kern="1200">
                <a:solidFill>
                  <a:schemeClr val="tx1"/>
                </a:solidFill>
                <a:latin typeface="+mn-lt"/>
                <a:ea typeface="+mn-ea"/>
                <a:cs typeface="+mn-cs"/>
              </a:defRPr>
            </a:lvl9pPr>
          </a:lstStyle>
          <a:p>
            <a:r>
              <a:rPr lang="en-US" dirty="0"/>
              <a:t>Introducción a IA</a:t>
            </a:r>
            <a:endParaRPr lang="en-US">
              <a:cs typeface="Arial"/>
            </a:endParaRPr>
          </a:p>
        </p:txBody>
      </p:sp>
    </p:spTree>
    <p:extLst>
      <p:ext uri="{BB962C8B-B14F-4D97-AF65-F5344CB8AC3E}">
        <p14:creationId xmlns:p14="http://schemas.microsoft.com/office/powerpoint/2010/main" val="286310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79103A-7E0F-A503-491C-874CA2A16BC0}"/>
              </a:ext>
            </a:extLst>
          </p:cNvPr>
          <p:cNvSpPr>
            <a:spLocks noGrp="1"/>
          </p:cNvSpPr>
          <p:nvPr>
            <p:ph type="title"/>
          </p:nvPr>
        </p:nvSpPr>
        <p:spPr>
          <a:xfrm>
            <a:off x="2345944" y="1259840"/>
            <a:ext cx="7498080" cy="704088"/>
          </a:xfrm>
        </p:spPr>
        <p:txBody>
          <a:bodyPr rtlCol="0"/>
          <a:lstStyle>
            <a:defPPr>
              <a:defRPr lang="es-ES"/>
            </a:defPPr>
          </a:lstStyle>
          <a:p>
            <a:r>
              <a:rPr lang="es-ES" dirty="0"/>
              <a:t>Presentación del problema</a:t>
            </a:r>
            <a:endParaRPr lang="en-US" dirty="0"/>
          </a:p>
        </p:txBody>
      </p:sp>
      <p:sp>
        <p:nvSpPr>
          <p:cNvPr id="3" name="Marcador de pie de página 2">
            <a:extLst>
              <a:ext uri="{FF2B5EF4-FFF2-40B4-BE49-F238E27FC236}">
                <a16:creationId xmlns:a16="http://schemas.microsoft.com/office/drawing/2014/main" id="{4E79730E-E638-275F-6C74-85FDCE30C43F}"/>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4" name="Marcador de número de diapositiva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a:t>2</a:t>
            </a:fld>
            <a:endParaRPr lang="es-ES"/>
          </a:p>
        </p:txBody>
      </p:sp>
      <p:sp>
        <p:nvSpPr>
          <p:cNvPr id="5" name="Marcador de contenido 4">
            <a:extLst>
              <a:ext uri="{FF2B5EF4-FFF2-40B4-BE49-F238E27FC236}">
                <a16:creationId xmlns:a16="http://schemas.microsoft.com/office/drawing/2014/main" id="{DA7A49E4-DCE3-62DE-B6D1-539EBFFFE689}"/>
              </a:ext>
            </a:extLst>
          </p:cNvPr>
          <p:cNvSpPr>
            <a:spLocks noGrp="1"/>
          </p:cNvSpPr>
          <p:nvPr>
            <p:ph idx="1"/>
          </p:nvPr>
        </p:nvSpPr>
        <p:spPr>
          <a:xfrm>
            <a:off x="879856" y="2983992"/>
            <a:ext cx="4696968" cy="3296563"/>
          </a:xfrm>
        </p:spPr>
        <p:txBody>
          <a:bodyPr vert="horz" lIns="91440" tIns="45720" rIns="91440" bIns="45720" rtlCol="0" anchor="t">
            <a:noAutofit/>
          </a:bodyPr>
          <a:lstStyle>
            <a:defPPr>
              <a:defRPr lang="es-ES"/>
            </a:defPPr>
          </a:lstStyle>
          <a:p>
            <a:r>
              <a:rPr lang="es-ES" sz="2000" b="0" i="1" dirty="0"/>
              <a:t>Las enfermedades cardíacas son una de las principales causas de muerte en todo el mundo. La identificación temprana del riesgo de padecerlas es importante para ayudar a tomar medidas preventivas. Esta problemática se puede abordar y simplificar como una tarea de clasificación binaria, en donde si un paciente tiene una enfermedad cardíaca (1) y si no la padece </a:t>
            </a:r>
            <a:r>
              <a:rPr lang="es-ES" sz="2000" b="0" i="1"/>
              <a:t>(0).</a:t>
            </a:r>
            <a:endParaRPr lang="es-ES" sz="2000" b="0" i="1">
              <a:cs typeface="Arial"/>
            </a:endParaRPr>
          </a:p>
        </p:txBody>
      </p:sp>
      <p:sp>
        <p:nvSpPr>
          <p:cNvPr id="8" name="Marcador de contenido 4">
            <a:extLst>
              <a:ext uri="{FF2B5EF4-FFF2-40B4-BE49-F238E27FC236}">
                <a16:creationId xmlns:a16="http://schemas.microsoft.com/office/drawing/2014/main" id="{6619DA80-E988-021B-AF2D-3FF9C0CF8B37}"/>
              </a:ext>
            </a:extLst>
          </p:cNvPr>
          <p:cNvSpPr txBox="1">
            <a:spLocks/>
          </p:cNvSpPr>
          <p:nvPr/>
        </p:nvSpPr>
        <p:spPr>
          <a:xfrm>
            <a:off x="6091936" y="2983992"/>
            <a:ext cx="5103368" cy="3296563"/>
          </a:xfrm>
          <a:prstGeom prst="rect">
            <a:avLst/>
          </a:prstGeom>
        </p:spPr>
        <p:txBody>
          <a:bodyPr vert="horz" lIns="91440" tIns="45720" rIns="91440" bIns="45720" rtlCol="0" anchor="t">
            <a:noAutofit/>
          </a:bodyPr>
          <a:lstStyle>
            <a:defPPr>
              <a:defRPr lang="es-ES"/>
            </a:defPPr>
            <a:lvl1pPr marL="0" indent="0" algn="l" defTabSz="914400" rtl="0" eaLnBrk="1" latinLnBrk="0" hangingPunct="1">
              <a:lnSpc>
                <a:spcPct val="100000"/>
              </a:lnSpc>
              <a:spcBef>
                <a:spcPts val="0"/>
              </a:spcBef>
              <a:spcAft>
                <a:spcPts val="1500"/>
              </a:spcAft>
              <a:buFont typeface="Arial" panose="020B0604020202020204" pitchFamily="34" charset="0"/>
              <a:buNone/>
              <a:defRPr lang="es-ES" sz="2200" b="1" kern="1200">
                <a:solidFill>
                  <a:schemeClr val="tx2"/>
                </a:solidFill>
                <a:latin typeface="+mn-lt"/>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lang="es-ES" sz="1600" i="1"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r>
              <a:rPr lang="es-ES" sz="2000" b="0" i="1" dirty="0"/>
              <a:t>Para esto utilizaremos técnicas de aprendizaje automático. Con el fin de predecir el riesgo de enfermedad cardíaca de un paciente basándose en función de variables clínicas relevantes como la presión arterial, el colesterol y los resultados del electrocardiograma. A través de este enfoque, buscamos desarrollar un modelo predictivo que contribuya a la detección precoz y, consecuentemente, a la mejora de los resultados de salud. </a:t>
            </a:r>
            <a:endParaRPr lang="en-US" sz="2000" b="0" dirty="0">
              <a:solidFill>
                <a:srgbClr val="000000"/>
              </a:solidFill>
            </a:endParaRPr>
          </a:p>
        </p:txBody>
      </p:sp>
    </p:spTree>
    <p:extLst>
      <p:ext uri="{BB962C8B-B14F-4D97-AF65-F5344CB8AC3E}">
        <p14:creationId xmlns:p14="http://schemas.microsoft.com/office/powerpoint/2010/main" val="3551793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BDE3D-CB39-03D2-545F-5283024761BD}"/>
              </a:ext>
            </a:extLst>
          </p:cNvPr>
          <p:cNvSpPr>
            <a:spLocks noGrp="1"/>
          </p:cNvSpPr>
          <p:nvPr>
            <p:ph type="title"/>
          </p:nvPr>
        </p:nvSpPr>
        <p:spPr/>
        <p:txBody>
          <a:bodyPr rtlCol="0"/>
          <a:lstStyle>
            <a:defPPr>
              <a:defRPr lang="es-ES"/>
            </a:defPPr>
          </a:lstStyle>
          <a:p>
            <a:r>
              <a:rPr lang="es-ES" dirty="0"/>
              <a:t>BASE DE DATOS</a:t>
            </a:r>
          </a:p>
        </p:txBody>
      </p:sp>
      <p:sp>
        <p:nvSpPr>
          <p:cNvPr id="12" name="Marcador de pie de página 11">
            <a:extLst>
              <a:ext uri="{FF2B5EF4-FFF2-40B4-BE49-F238E27FC236}">
                <a16:creationId xmlns:a16="http://schemas.microsoft.com/office/drawing/2014/main" id="{119D6C7A-A7F7-E063-9A09-611D1FB1DBE6}"/>
              </a:ext>
            </a:extLst>
          </p:cNvPr>
          <p:cNvSpPr>
            <a:spLocks noGrp="1"/>
          </p:cNvSpPr>
          <p:nvPr>
            <p:ph type="ftr" sz="quarter" idx="11"/>
          </p:nvPr>
        </p:nvSpPr>
        <p:spPr/>
        <p:txBody>
          <a:bodyPr rtlCol="0"/>
          <a:lstStyle>
            <a:defPPr>
              <a:defRPr lang="es-ES"/>
            </a:defPPr>
          </a:lstStyle>
          <a:p>
            <a:r>
              <a:rPr lang="es-ES" dirty="0">
                <a:cs typeface="Arial"/>
              </a:rPr>
              <a:t>Aprendizaje de maquina</a:t>
            </a:r>
          </a:p>
        </p:txBody>
      </p:sp>
      <p:sp>
        <p:nvSpPr>
          <p:cNvPr id="5" name="Marcador de texto 4">
            <a:extLst>
              <a:ext uri="{FF2B5EF4-FFF2-40B4-BE49-F238E27FC236}">
                <a16:creationId xmlns:a16="http://schemas.microsoft.com/office/drawing/2014/main" id="{51683C73-2637-AC0E-5A6B-47B6C6CB9E2A}"/>
              </a:ext>
            </a:extLst>
          </p:cNvPr>
          <p:cNvSpPr>
            <a:spLocks noGrp="1"/>
          </p:cNvSpPr>
          <p:nvPr>
            <p:ph type="body" sz="quarter" idx="15"/>
          </p:nvPr>
        </p:nvSpPr>
        <p:spPr>
          <a:xfrm>
            <a:off x="1107440" y="2852928"/>
            <a:ext cx="8046720" cy="1682750"/>
          </a:xfrm>
        </p:spPr>
        <p:txBody>
          <a:bodyPr vert="horz" lIns="91440" tIns="45720" rIns="91440" bIns="45720" rtlCol="0" anchor="t">
            <a:noAutofit/>
          </a:bodyPr>
          <a:lstStyle>
            <a:defPPr>
              <a:defRPr lang="es-ES"/>
            </a:defPPr>
          </a:lstStyle>
          <a:p>
            <a:pPr marL="283210" indent="-283210"/>
            <a:r>
              <a:rPr lang="es-ES" dirty="0">
                <a:ea typeface="+mn-lt"/>
                <a:cs typeface="+mn-lt"/>
              </a:rPr>
              <a:t>Fuente: </a:t>
            </a:r>
            <a:r>
              <a:rPr lang="es-ES" dirty="0" err="1">
                <a:ea typeface="+mn-lt"/>
                <a:cs typeface="+mn-lt"/>
              </a:rPr>
              <a:t>Kaggle</a:t>
            </a:r>
            <a:r>
              <a:rPr lang="es-ES" dirty="0">
                <a:ea typeface="+mn-lt"/>
                <a:cs typeface="+mn-lt"/>
              </a:rPr>
              <a:t> – Heart </a:t>
            </a:r>
            <a:r>
              <a:rPr lang="es-ES" dirty="0" err="1">
                <a:ea typeface="+mn-lt"/>
                <a:cs typeface="+mn-lt"/>
              </a:rPr>
              <a:t>Disease</a:t>
            </a:r>
            <a:r>
              <a:rPr lang="es-ES" dirty="0">
                <a:ea typeface="+mn-lt"/>
                <a:cs typeface="+mn-lt"/>
              </a:rPr>
              <a:t> </a:t>
            </a:r>
            <a:r>
              <a:rPr lang="es-ES" dirty="0" err="1">
                <a:ea typeface="+mn-lt"/>
                <a:cs typeface="+mn-lt"/>
              </a:rPr>
              <a:t>Dataset</a:t>
            </a:r>
            <a:endParaRPr lang="en-US" dirty="0" err="1">
              <a:ea typeface="+mn-lt"/>
              <a:cs typeface="+mn-lt"/>
            </a:endParaRPr>
          </a:p>
          <a:p>
            <a:pPr marL="283210" indent="-283210"/>
            <a:r>
              <a:rPr lang="es-ES" dirty="0">
                <a:ea typeface="+mn-lt"/>
                <a:cs typeface="+mn-lt"/>
              </a:rPr>
              <a:t>Observaciones: 303 registros</a:t>
            </a:r>
            <a:endParaRPr lang="es-ES" dirty="0"/>
          </a:p>
          <a:p>
            <a:pPr marL="283210" indent="-283210"/>
            <a:r>
              <a:rPr lang="es-ES" dirty="0">
                <a:ea typeface="+mn-lt"/>
                <a:cs typeface="+mn-lt"/>
              </a:rPr>
              <a:t>Variables clave: Edad, presión arterial, colesterol, electrocardiograma, etc.</a:t>
            </a:r>
          </a:p>
          <a:p>
            <a:pPr marL="283210" indent="-283210"/>
            <a:r>
              <a:rPr lang="es-ES" dirty="0">
                <a:ea typeface="+mn-lt"/>
                <a:cs typeface="+mn-lt"/>
              </a:rPr>
              <a:t>Etiqueta (target): 1 = Con enfermedad, 0 = Sin enfermedad</a:t>
            </a:r>
            <a:endParaRPr lang="es-ES" dirty="0"/>
          </a:p>
        </p:txBody>
      </p:sp>
      <p:sp>
        <p:nvSpPr>
          <p:cNvPr id="13" name="Marcador de número de diapositiva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3</a:t>
            </a:fld>
            <a:endParaRPr lang="es-ES"/>
          </a:p>
        </p:txBody>
      </p:sp>
    </p:spTree>
    <p:extLst>
      <p:ext uri="{BB962C8B-B14F-4D97-AF65-F5344CB8AC3E}">
        <p14:creationId xmlns:p14="http://schemas.microsoft.com/office/powerpoint/2010/main" val="397919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262C4D-3F97-1652-3A4A-C989986D9B65}"/>
              </a:ext>
            </a:extLst>
          </p:cNvPr>
          <p:cNvSpPr>
            <a:spLocks noGrp="1"/>
          </p:cNvSpPr>
          <p:nvPr>
            <p:ph type="title"/>
          </p:nvPr>
        </p:nvSpPr>
        <p:spPr>
          <a:xfrm>
            <a:off x="626872" y="1226312"/>
            <a:ext cx="4846320" cy="1682749"/>
          </a:xfrm>
        </p:spPr>
        <p:txBody>
          <a:bodyPr rtlCol="0"/>
          <a:lstStyle>
            <a:defPPr>
              <a:defRPr lang="es-ES"/>
            </a:defPPr>
          </a:lstStyle>
          <a:p>
            <a:r>
              <a:rPr lang="es-ES" dirty="0"/>
              <a:t>Preparación de los datos</a:t>
            </a:r>
          </a:p>
        </p:txBody>
      </p:sp>
      <p:sp>
        <p:nvSpPr>
          <p:cNvPr id="12" name="Marcador de pie de página 11">
            <a:extLst>
              <a:ext uri="{FF2B5EF4-FFF2-40B4-BE49-F238E27FC236}">
                <a16:creationId xmlns:a16="http://schemas.microsoft.com/office/drawing/2014/main" id="{BEC1259C-0A50-37A0-081E-E36D391D7A08}"/>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5" name="Marcador de texto 4">
            <a:extLst>
              <a:ext uri="{FF2B5EF4-FFF2-40B4-BE49-F238E27FC236}">
                <a16:creationId xmlns:a16="http://schemas.microsoft.com/office/drawing/2014/main" id="{E194D589-C330-607E-B446-0DA52AACC4E4}"/>
              </a:ext>
            </a:extLst>
          </p:cNvPr>
          <p:cNvSpPr>
            <a:spLocks noGrp="1"/>
          </p:cNvSpPr>
          <p:nvPr>
            <p:ph type="body" sz="quarter" idx="15"/>
          </p:nvPr>
        </p:nvSpPr>
        <p:spPr>
          <a:xfrm>
            <a:off x="6204712" y="3427984"/>
            <a:ext cx="4754880" cy="3308350"/>
          </a:xfrm>
        </p:spPr>
        <p:txBody>
          <a:bodyPr vert="horz" lIns="91440" tIns="45720" rIns="91440" bIns="45720" rtlCol="0" anchor="t">
            <a:noAutofit/>
          </a:bodyPr>
          <a:lstStyle>
            <a:defPPr>
              <a:defRPr lang="es-ES"/>
            </a:defPPr>
          </a:lstStyle>
          <a:p>
            <a:pPr marL="342900" indent="-342900">
              <a:buAutoNum type="arabicPeriod"/>
            </a:pPr>
            <a:r>
              <a:rPr lang="es-ES" dirty="0">
                <a:ea typeface="+mn-lt"/>
                <a:cs typeface="+mn-lt"/>
              </a:rPr>
              <a:t>Reemplazo de valores faltantes (</a:t>
            </a:r>
            <a:r>
              <a:rPr lang="es-ES" err="1">
                <a:ea typeface="+mn-lt"/>
                <a:cs typeface="+mn-lt"/>
              </a:rPr>
              <a:t>Replace</a:t>
            </a:r>
            <a:r>
              <a:rPr lang="es-ES" dirty="0">
                <a:ea typeface="+mn-lt"/>
                <a:cs typeface="+mn-lt"/>
              </a:rPr>
              <a:t> </a:t>
            </a:r>
            <a:r>
              <a:rPr lang="es-ES" err="1">
                <a:ea typeface="+mn-lt"/>
                <a:cs typeface="+mn-lt"/>
              </a:rPr>
              <a:t>Missing</a:t>
            </a:r>
            <a:r>
              <a:rPr lang="es-ES" dirty="0">
                <a:ea typeface="+mn-lt"/>
                <a:cs typeface="+mn-lt"/>
              </a:rPr>
              <a:t> </a:t>
            </a:r>
            <a:r>
              <a:rPr lang="es-ES" err="1">
                <a:ea typeface="+mn-lt"/>
                <a:cs typeface="+mn-lt"/>
              </a:rPr>
              <a:t>Values</a:t>
            </a:r>
            <a:r>
              <a:rPr lang="es-ES" dirty="0">
                <a:ea typeface="+mn-lt"/>
                <a:cs typeface="+mn-lt"/>
              </a:rPr>
              <a:t>)</a:t>
            </a:r>
            <a:endParaRPr lang="en-US" dirty="0">
              <a:ea typeface="+mn-lt"/>
              <a:cs typeface="+mn-lt"/>
            </a:endParaRPr>
          </a:p>
          <a:p>
            <a:pPr marL="283210" indent="-283210">
              <a:buAutoNum type="arabicPeriod"/>
            </a:pPr>
            <a:r>
              <a:rPr lang="es-ES" dirty="0">
                <a:ea typeface="+mn-lt"/>
                <a:cs typeface="+mn-lt"/>
              </a:rPr>
              <a:t>Conversión de variables categóricas a numéricas (Nominal </a:t>
            </a:r>
            <a:r>
              <a:rPr lang="es-ES" dirty="0" err="1">
                <a:ea typeface="+mn-lt"/>
                <a:cs typeface="+mn-lt"/>
              </a:rPr>
              <a:t>to</a:t>
            </a:r>
            <a:r>
              <a:rPr lang="es-ES" dirty="0">
                <a:ea typeface="+mn-lt"/>
                <a:cs typeface="+mn-lt"/>
              </a:rPr>
              <a:t> </a:t>
            </a:r>
            <a:r>
              <a:rPr lang="es-ES" dirty="0" err="1">
                <a:ea typeface="+mn-lt"/>
                <a:cs typeface="+mn-lt"/>
              </a:rPr>
              <a:t>Numerical</a:t>
            </a:r>
            <a:r>
              <a:rPr lang="es-ES" dirty="0">
                <a:ea typeface="+mn-lt"/>
                <a:cs typeface="+mn-lt"/>
              </a:rPr>
              <a:t>)</a:t>
            </a:r>
            <a:endParaRPr lang="es-ES" dirty="0">
              <a:cs typeface="Arial"/>
            </a:endParaRPr>
          </a:p>
          <a:p>
            <a:pPr marL="283210" indent="-283210">
              <a:buAutoNum type="arabicPeriod"/>
            </a:pPr>
            <a:r>
              <a:rPr lang="es-ES" dirty="0">
                <a:ea typeface="+mn-lt"/>
                <a:cs typeface="+mn-lt"/>
              </a:rPr>
              <a:t>Conversión de variables numéricas binarias (</a:t>
            </a:r>
            <a:r>
              <a:rPr lang="es-ES" dirty="0" err="1">
                <a:ea typeface="+mn-lt"/>
                <a:cs typeface="+mn-lt"/>
              </a:rPr>
              <a:t>Numerical</a:t>
            </a:r>
            <a:r>
              <a:rPr lang="es-ES" dirty="0">
                <a:ea typeface="+mn-lt"/>
                <a:cs typeface="+mn-lt"/>
              </a:rPr>
              <a:t> </a:t>
            </a:r>
            <a:r>
              <a:rPr lang="es-ES" dirty="0" err="1">
                <a:ea typeface="+mn-lt"/>
                <a:cs typeface="+mn-lt"/>
              </a:rPr>
              <a:t>to</a:t>
            </a:r>
            <a:r>
              <a:rPr lang="es-ES" dirty="0">
                <a:ea typeface="+mn-lt"/>
                <a:cs typeface="+mn-lt"/>
              </a:rPr>
              <a:t> Binomial)</a:t>
            </a:r>
            <a:endParaRPr lang="es-ES" dirty="0">
              <a:cs typeface="Arial"/>
            </a:endParaRPr>
          </a:p>
          <a:p>
            <a:pPr marL="283210" indent="-283210">
              <a:buAutoNum type="arabicPeriod"/>
            </a:pPr>
            <a:r>
              <a:rPr lang="es-ES" dirty="0">
                <a:ea typeface="+mn-lt"/>
                <a:cs typeface="+mn-lt"/>
              </a:rPr>
              <a:t>Asignación de la etiqueta (Set Role a target)</a:t>
            </a:r>
            <a:endParaRPr lang="es-ES" dirty="0">
              <a:cs typeface="Arial"/>
            </a:endParaRPr>
          </a:p>
          <a:p>
            <a:pPr marL="283210" indent="-283210">
              <a:buAutoNum type="arabicPeriod"/>
            </a:pPr>
            <a:r>
              <a:rPr lang="es-ES" dirty="0">
                <a:ea typeface="+mn-lt"/>
                <a:cs typeface="+mn-lt"/>
              </a:rPr>
              <a:t>Verificación de calidad en </a:t>
            </a:r>
            <a:r>
              <a:rPr lang="es-ES" err="1">
                <a:ea typeface="+mn-lt"/>
                <a:cs typeface="+mn-lt"/>
              </a:rPr>
              <a:t>RapidMiner</a:t>
            </a:r>
            <a:endParaRPr lang="es-ES" err="1">
              <a:cs typeface="Arial"/>
            </a:endParaRPr>
          </a:p>
        </p:txBody>
      </p:sp>
      <p:sp>
        <p:nvSpPr>
          <p:cNvPr id="13" name="Marcador de número de diapositiva 12">
            <a:extLst>
              <a:ext uri="{FF2B5EF4-FFF2-40B4-BE49-F238E27FC236}">
                <a16:creationId xmlns:a16="http://schemas.microsoft.com/office/drawing/2014/main" id="{208378E4-1369-B8BE-D097-D0A68C992F75}"/>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4</a:t>
            </a:fld>
            <a:endParaRPr lang="es-ES"/>
          </a:p>
        </p:txBody>
      </p:sp>
      <p:sp>
        <p:nvSpPr>
          <p:cNvPr id="16" name="Marcador de texto 4">
            <a:extLst>
              <a:ext uri="{FF2B5EF4-FFF2-40B4-BE49-F238E27FC236}">
                <a16:creationId xmlns:a16="http://schemas.microsoft.com/office/drawing/2014/main" id="{243AE671-77A5-0DD0-2685-F6B2603465C4}"/>
              </a:ext>
            </a:extLst>
          </p:cNvPr>
          <p:cNvSpPr txBox="1">
            <a:spLocks/>
          </p:cNvSpPr>
          <p:nvPr/>
        </p:nvSpPr>
        <p:spPr>
          <a:xfrm>
            <a:off x="6204712" y="867664"/>
            <a:ext cx="4754880" cy="3308350"/>
          </a:xfrm>
          <a:prstGeom prst="rect">
            <a:avLst/>
          </a:prstGeom>
        </p:spPr>
        <p:txBody>
          <a:bodyPr vert="horz" lIns="91440" tIns="45720" rIns="91440" bIns="45720" rtlCol="0" anchor="t">
            <a:noAutofit/>
          </a:bodyPr>
          <a:lstStyle>
            <a:defPPr>
              <a:defRPr lang="es-ES"/>
            </a:defPPr>
            <a:lvl1pPr marL="283464" indent="-283464" algn="l" defTabSz="914400" rtl="0" eaLnBrk="1" latinLnBrk="0" hangingPunct="1">
              <a:lnSpc>
                <a:spcPct val="150000"/>
              </a:lnSpc>
              <a:spcBef>
                <a:spcPts val="0"/>
              </a:spcBef>
              <a:buFont typeface="Arial" panose="020B0604020202020204" pitchFamily="34" charset="0"/>
              <a:buChar char="•"/>
              <a:defRPr lang="es-ES" sz="1600" kern="1200">
                <a:solidFill>
                  <a:schemeClr val="accent5"/>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accent5"/>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accent5"/>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accent5"/>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buNone/>
            </a:pPr>
            <a:r>
              <a:rPr lang="en-US" dirty="0">
                <a:ea typeface="+mn-lt"/>
                <a:cs typeface="+mn-lt"/>
              </a:rPr>
              <a:t>El conjunto de </a:t>
            </a:r>
            <a:r>
              <a:rPr lang="en-US" dirty="0" err="1">
                <a:ea typeface="+mn-lt"/>
                <a:cs typeface="+mn-lt"/>
              </a:rPr>
              <a:t>datos</a:t>
            </a:r>
            <a:r>
              <a:rPr lang="en-US" dirty="0">
                <a:ea typeface="+mn-lt"/>
                <a:cs typeface="+mn-lt"/>
              </a:rPr>
              <a:t> </a:t>
            </a:r>
            <a:r>
              <a:rPr lang="en-US" dirty="0" err="1">
                <a:ea typeface="+mn-lt"/>
                <a:cs typeface="+mn-lt"/>
              </a:rPr>
              <a:t>utilizado</a:t>
            </a:r>
            <a:r>
              <a:rPr lang="en-US" dirty="0">
                <a:ea typeface="+mn-lt"/>
                <a:cs typeface="+mn-lt"/>
              </a:rPr>
              <a:t> para </a:t>
            </a:r>
            <a:r>
              <a:rPr lang="en-US" dirty="0" err="1">
                <a:ea typeface="+mn-lt"/>
                <a:cs typeface="+mn-lt"/>
              </a:rPr>
              <a:t>este</a:t>
            </a:r>
            <a:r>
              <a:rPr lang="en-US" dirty="0">
                <a:ea typeface="+mn-lt"/>
                <a:cs typeface="+mn-lt"/>
              </a:rPr>
              <a:t> </a:t>
            </a:r>
            <a:r>
              <a:rPr lang="en-US" dirty="0" err="1">
                <a:ea typeface="+mn-lt"/>
                <a:cs typeface="+mn-lt"/>
              </a:rPr>
              <a:t>estudio</a:t>
            </a:r>
            <a:r>
              <a:rPr lang="en-US" dirty="0">
                <a:ea typeface="+mn-lt"/>
                <a:cs typeface="+mn-lt"/>
              </a:rPr>
              <a:t> se </a:t>
            </a:r>
            <a:r>
              <a:rPr lang="en-US" dirty="0" err="1">
                <a:ea typeface="+mn-lt"/>
                <a:cs typeface="+mn-lt"/>
              </a:rPr>
              <a:t>obtuvo</a:t>
            </a:r>
            <a:r>
              <a:rPr lang="en-US" dirty="0">
                <a:ea typeface="+mn-lt"/>
                <a:cs typeface="+mn-lt"/>
              </a:rPr>
              <a:t> del </a:t>
            </a:r>
            <a:r>
              <a:rPr lang="en-US" dirty="0" err="1">
                <a:ea typeface="+mn-lt"/>
                <a:cs typeface="+mn-lt"/>
              </a:rPr>
              <a:t>repositorio</a:t>
            </a:r>
            <a:r>
              <a:rPr lang="en-US" dirty="0">
                <a:ea typeface="+mn-lt"/>
                <a:cs typeface="+mn-lt"/>
              </a:rPr>
              <a:t> de Kaggle y se </a:t>
            </a:r>
            <a:r>
              <a:rPr lang="en-US" dirty="0" err="1">
                <a:ea typeface="+mn-lt"/>
                <a:cs typeface="+mn-lt"/>
              </a:rPr>
              <a:t>cargó</a:t>
            </a:r>
            <a:r>
              <a:rPr lang="en-US" dirty="0">
                <a:ea typeface="+mn-lt"/>
                <a:cs typeface="+mn-lt"/>
              </a:rPr>
              <a:t> </a:t>
            </a:r>
            <a:r>
              <a:rPr lang="en-US" dirty="0" err="1">
                <a:ea typeface="+mn-lt"/>
                <a:cs typeface="+mn-lt"/>
              </a:rPr>
              <a:t>en</a:t>
            </a:r>
            <a:r>
              <a:rPr lang="en-US" dirty="0">
                <a:ea typeface="+mn-lt"/>
                <a:cs typeface="+mn-lt"/>
              </a:rPr>
              <a:t> RapidMiner. </a:t>
            </a:r>
            <a:r>
              <a:rPr lang="en-US" dirty="0" err="1">
                <a:ea typeface="+mn-lt"/>
                <a:cs typeface="+mn-lt"/>
              </a:rPr>
              <a:t>Aunque</a:t>
            </a:r>
            <a:r>
              <a:rPr lang="en-US" dirty="0">
                <a:ea typeface="+mn-lt"/>
                <a:cs typeface="+mn-lt"/>
              </a:rPr>
              <a:t> </a:t>
            </a:r>
            <a:r>
              <a:rPr lang="en-US" dirty="0" err="1">
                <a:ea typeface="+mn-lt"/>
                <a:cs typeface="+mn-lt"/>
              </a:rPr>
              <a:t>el</a:t>
            </a:r>
            <a:r>
              <a:rPr lang="en-US" dirty="0">
                <a:ea typeface="+mn-lt"/>
                <a:cs typeface="+mn-lt"/>
              </a:rPr>
              <a:t> dataset </a:t>
            </a:r>
            <a:r>
              <a:rPr lang="en-US" dirty="0" err="1">
                <a:ea typeface="+mn-lt"/>
                <a:cs typeface="+mn-lt"/>
              </a:rPr>
              <a:t>presentaba</a:t>
            </a:r>
            <a:r>
              <a:rPr lang="en-US" dirty="0">
                <a:ea typeface="+mn-lt"/>
                <a:cs typeface="+mn-lt"/>
              </a:rPr>
              <a:t> </a:t>
            </a:r>
            <a:r>
              <a:rPr lang="en-US" dirty="0" err="1">
                <a:ea typeface="+mn-lt"/>
                <a:cs typeface="+mn-lt"/>
              </a:rPr>
              <a:t>una</a:t>
            </a:r>
            <a:r>
              <a:rPr lang="en-US" dirty="0">
                <a:ea typeface="+mn-lt"/>
                <a:cs typeface="+mn-lt"/>
              </a:rPr>
              <a:t> </a:t>
            </a:r>
            <a:r>
              <a:rPr lang="en-US" dirty="0" err="1">
                <a:ea typeface="+mn-lt"/>
                <a:cs typeface="+mn-lt"/>
              </a:rPr>
              <a:t>buena</a:t>
            </a:r>
            <a:r>
              <a:rPr lang="en-US" dirty="0">
                <a:ea typeface="+mn-lt"/>
                <a:cs typeface="+mn-lt"/>
              </a:rPr>
              <a:t> </a:t>
            </a:r>
            <a:r>
              <a:rPr lang="en-US" dirty="0" err="1">
                <a:ea typeface="+mn-lt"/>
                <a:cs typeface="+mn-lt"/>
              </a:rPr>
              <a:t>calidad</a:t>
            </a:r>
            <a:r>
              <a:rPr lang="en-US" dirty="0">
                <a:ea typeface="+mn-lt"/>
                <a:cs typeface="+mn-lt"/>
              </a:rPr>
              <a:t> </a:t>
            </a:r>
            <a:r>
              <a:rPr lang="en-US" dirty="0" err="1">
                <a:ea typeface="+mn-lt"/>
                <a:cs typeface="+mn-lt"/>
              </a:rPr>
              <a:t>inicial</a:t>
            </a:r>
            <a:r>
              <a:rPr lang="en-US" dirty="0">
                <a:ea typeface="+mn-lt"/>
                <a:cs typeface="+mn-lt"/>
              </a:rPr>
              <a:t>, se </a:t>
            </a:r>
            <a:r>
              <a:rPr lang="en-US" dirty="0" err="1">
                <a:ea typeface="+mn-lt"/>
                <a:cs typeface="+mn-lt"/>
              </a:rPr>
              <a:t>realizaron</a:t>
            </a:r>
            <a:r>
              <a:rPr lang="en-US" dirty="0">
                <a:ea typeface="+mn-lt"/>
                <a:cs typeface="+mn-lt"/>
              </a:rPr>
              <a:t> las </a:t>
            </a:r>
            <a:r>
              <a:rPr lang="en-US" dirty="0" err="1">
                <a:ea typeface="+mn-lt"/>
                <a:cs typeface="+mn-lt"/>
              </a:rPr>
              <a:t>siguientes</a:t>
            </a:r>
            <a:r>
              <a:rPr lang="en-US" dirty="0">
                <a:ea typeface="+mn-lt"/>
                <a:cs typeface="+mn-lt"/>
              </a:rPr>
              <a:t> </a:t>
            </a:r>
            <a:r>
              <a:rPr lang="en-US" dirty="0" err="1">
                <a:ea typeface="+mn-lt"/>
                <a:cs typeface="+mn-lt"/>
              </a:rPr>
              <a:t>transformaciones</a:t>
            </a:r>
            <a:r>
              <a:rPr lang="en-US" dirty="0">
                <a:ea typeface="+mn-lt"/>
                <a:cs typeface="+mn-lt"/>
              </a:rPr>
              <a:t> para </a:t>
            </a:r>
            <a:r>
              <a:rPr lang="en-US" dirty="0" err="1">
                <a:ea typeface="+mn-lt"/>
                <a:cs typeface="+mn-lt"/>
              </a:rPr>
              <a:t>asegurar</a:t>
            </a:r>
            <a:r>
              <a:rPr lang="en-US" dirty="0">
                <a:ea typeface="+mn-lt"/>
                <a:cs typeface="+mn-lt"/>
              </a:rPr>
              <a:t> </a:t>
            </a:r>
            <a:r>
              <a:rPr lang="en-US" dirty="0" err="1">
                <a:ea typeface="+mn-lt"/>
                <a:cs typeface="+mn-lt"/>
              </a:rPr>
              <a:t>una</a:t>
            </a:r>
            <a:r>
              <a:rPr lang="en-US" dirty="0">
                <a:ea typeface="+mn-lt"/>
                <a:cs typeface="+mn-lt"/>
              </a:rPr>
              <a:t> </a:t>
            </a:r>
            <a:r>
              <a:rPr lang="en-US" dirty="0" err="1">
                <a:ea typeface="+mn-lt"/>
                <a:cs typeface="+mn-lt"/>
              </a:rPr>
              <a:t>óptima</a:t>
            </a:r>
            <a:r>
              <a:rPr lang="en-US" dirty="0">
                <a:ea typeface="+mn-lt"/>
                <a:cs typeface="+mn-lt"/>
              </a:rPr>
              <a:t> </a:t>
            </a:r>
            <a:r>
              <a:rPr lang="en-US" dirty="0" err="1">
                <a:ea typeface="+mn-lt"/>
                <a:cs typeface="+mn-lt"/>
              </a:rPr>
              <a:t>preparación</a:t>
            </a:r>
            <a:r>
              <a:rPr lang="en-US" dirty="0">
                <a:ea typeface="+mn-lt"/>
                <a:cs typeface="+mn-lt"/>
              </a:rPr>
              <a:t> antes del </a:t>
            </a:r>
            <a:r>
              <a:rPr lang="en-US" dirty="0" err="1">
                <a:ea typeface="+mn-lt"/>
                <a:cs typeface="+mn-lt"/>
              </a:rPr>
              <a:t>entrenamiento</a:t>
            </a:r>
            <a:r>
              <a:rPr lang="en-US" dirty="0">
                <a:ea typeface="+mn-lt"/>
                <a:cs typeface="+mn-lt"/>
              </a:rPr>
              <a:t> de </a:t>
            </a:r>
            <a:r>
              <a:rPr lang="en-US" dirty="0" err="1">
                <a:ea typeface="+mn-lt"/>
                <a:cs typeface="+mn-lt"/>
              </a:rPr>
              <a:t>los</a:t>
            </a:r>
            <a:r>
              <a:rPr lang="en-US" dirty="0">
                <a:ea typeface="+mn-lt"/>
                <a:cs typeface="+mn-lt"/>
              </a:rPr>
              <a:t> </a:t>
            </a:r>
            <a:r>
              <a:rPr lang="en-US" dirty="0" err="1">
                <a:ea typeface="+mn-lt"/>
                <a:cs typeface="+mn-lt"/>
              </a:rPr>
              <a:t>modelos</a:t>
            </a:r>
            <a:r>
              <a:rPr lang="en-US" dirty="0">
                <a:ea typeface="+mn-lt"/>
                <a:cs typeface="+mn-lt"/>
              </a:rPr>
              <a:t> </a:t>
            </a:r>
            <a:r>
              <a:rPr lang="en-US" dirty="0" err="1">
                <a:ea typeface="+mn-lt"/>
                <a:cs typeface="+mn-lt"/>
              </a:rPr>
              <a:t>todo</a:t>
            </a:r>
            <a:r>
              <a:rPr lang="en-US" dirty="0">
                <a:ea typeface="+mn-lt"/>
                <a:cs typeface="+mn-lt"/>
              </a:rPr>
              <a:t> </a:t>
            </a:r>
            <a:r>
              <a:rPr lang="en-US" dirty="0" err="1">
                <a:ea typeface="+mn-lt"/>
                <a:cs typeface="+mn-lt"/>
              </a:rPr>
              <a:t>esto</a:t>
            </a:r>
            <a:r>
              <a:rPr lang="en-US" dirty="0">
                <a:ea typeface="+mn-lt"/>
                <a:cs typeface="+mn-lt"/>
              </a:rPr>
              <a:t> </a:t>
            </a:r>
            <a:r>
              <a:rPr lang="en-US" dirty="0" err="1">
                <a:ea typeface="+mn-lt"/>
                <a:cs typeface="+mn-lt"/>
              </a:rPr>
              <a:t>desde</a:t>
            </a:r>
            <a:r>
              <a:rPr lang="en-US" dirty="0">
                <a:ea typeface="+mn-lt"/>
                <a:cs typeface="+mn-lt"/>
              </a:rPr>
              <a:t> RapidMiner:</a:t>
            </a:r>
            <a:endParaRPr lang="en-US" dirty="0"/>
          </a:p>
        </p:txBody>
      </p:sp>
    </p:spTree>
    <p:extLst>
      <p:ext uri="{BB962C8B-B14F-4D97-AF65-F5344CB8AC3E}">
        <p14:creationId xmlns:p14="http://schemas.microsoft.com/office/powerpoint/2010/main" val="616355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A65C01-2837-2D71-254F-BAEEC669F389}"/>
              </a:ext>
            </a:extLst>
          </p:cNvPr>
          <p:cNvSpPr>
            <a:spLocks noGrp="1"/>
          </p:cNvSpPr>
          <p:nvPr>
            <p:ph type="title"/>
          </p:nvPr>
        </p:nvSpPr>
        <p:spPr/>
        <p:txBody>
          <a:bodyPr rtlCol="0"/>
          <a:lstStyle>
            <a:defPPr>
              <a:defRPr lang="es-ES"/>
            </a:defPPr>
          </a:lstStyle>
          <a:p>
            <a:r>
              <a:rPr lang="es-ES" dirty="0"/>
              <a:t>variables involucradas</a:t>
            </a:r>
          </a:p>
        </p:txBody>
      </p:sp>
      <p:sp>
        <p:nvSpPr>
          <p:cNvPr id="12" name="Marcador de pie de página 11">
            <a:extLst>
              <a:ext uri="{FF2B5EF4-FFF2-40B4-BE49-F238E27FC236}">
                <a16:creationId xmlns:a16="http://schemas.microsoft.com/office/drawing/2014/main" id="{CEED6286-6851-6DDB-6D9B-9B02A607B361}"/>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13" name="Marcador de número de diapositiva 12">
            <a:extLst>
              <a:ext uri="{FF2B5EF4-FFF2-40B4-BE49-F238E27FC236}">
                <a16:creationId xmlns:a16="http://schemas.microsoft.com/office/drawing/2014/main" id="{A783BE29-9226-E728-BAD0-B02DEADFB9C6}"/>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5</a:t>
            </a:fld>
            <a:endParaRPr lang="es-ES"/>
          </a:p>
        </p:txBody>
      </p:sp>
      <p:graphicFrame>
        <p:nvGraphicFramePr>
          <p:cNvPr id="7" name="Table 6">
            <a:extLst>
              <a:ext uri="{FF2B5EF4-FFF2-40B4-BE49-F238E27FC236}">
                <a16:creationId xmlns:a16="http://schemas.microsoft.com/office/drawing/2014/main" id="{D70EAD90-79ED-E043-29AF-76519D8CA31A}"/>
              </a:ext>
            </a:extLst>
          </p:cNvPr>
          <p:cNvGraphicFramePr>
            <a:graphicFrameLocks noGrp="1"/>
          </p:cNvGraphicFramePr>
          <p:nvPr>
            <p:extLst>
              <p:ext uri="{D42A27DB-BD31-4B8C-83A1-F6EECF244321}">
                <p14:modId xmlns:p14="http://schemas.microsoft.com/office/powerpoint/2010/main" val="66484857"/>
              </p:ext>
            </p:extLst>
          </p:nvPr>
        </p:nvGraphicFramePr>
        <p:xfrm>
          <a:off x="1382485" y="2939143"/>
          <a:ext cx="9434143" cy="2494278"/>
        </p:xfrm>
        <a:graphic>
          <a:graphicData uri="http://schemas.openxmlformats.org/drawingml/2006/table">
            <a:tbl>
              <a:tblPr firstRow="1" bandRow="1">
                <a:tableStyleId>{073A0DAA-6AF3-43AB-8588-CEC1D06C72B9}</a:tableStyleId>
              </a:tblPr>
              <a:tblGrid>
                <a:gridCol w="1822962">
                  <a:extLst>
                    <a:ext uri="{9D8B030D-6E8A-4147-A177-3AD203B41FA5}">
                      <a16:colId xmlns:a16="http://schemas.microsoft.com/office/drawing/2014/main" val="1418022679"/>
                    </a:ext>
                  </a:extLst>
                </a:gridCol>
                <a:gridCol w="4466467">
                  <a:extLst>
                    <a:ext uri="{9D8B030D-6E8A-4147-A177-3AD203B41FA5}">
                      <a16:colId xmlns:a16="http://schemas.microsoft.com/office/drawing/2014/main" val="783819418"/>
                    </a:ext>
                  </a:extLst>
                </a:gridCol>
                <a:gridCol w="3144714">
                  <a:extLst>
                    <a:ext uri="{9D8B030D-6E8A-4147-A177-3AD203B41FA5}">
                      <a16:colId xmlns:a16="http://schemas.microsoft.com/office/drawing/2014/main" val="1748232010"/>
                    </a:ext>
                  </a:extLst>
                </a:gridCol>
              </a:tblGrid>
              <a:tr h="370840">
                <a:tc>
                  <a:txBody>
                    <a:bodyPr/>
                    <a:lstStyle/>
                    <a:p>
                      <a:pPr lvl="0">
                        <a:buNone/>
                      </a:pPr>
                      <a:r>
                        <a:rPr lang="en-US" dirty="0"/>
                        <a:t>Variable</a:t>
                      </a:r>
                    </a:p>
                  </a:txBody>
                  <a:tcPr/>
                </a:tc>
                <a:tc>
                  <a:txBody>
                    <a:bodyPr/>
                    <a:lstStyle/>
                    <a:p>
                      <a:r>
                        <a:rPr lang="en-US" dirty="0" err="1"/>
                        <a:t>Descripcion</a:t>
                      </a:r>
                    </a:p>
                  </a:txBody>
                  <a:tcPr/>
                </a:tc>
                <a:tc>
                  <a:txBody>
                    <a:bodyPr/>
                    <a:lstStyle/>
                    <a:p>
                      <a:r>
                        <a:rPr lang="en-US" dirty="0"/>
                        <a:t>Tipo</a:t>
                      </a:r>
                    </a:p>
                  </a:txBody>
                  <a:tcPr/>
                </a:tc>
                <a:extLst>
                  <a:ext uri="{0D108BD9-81ED-4DB2-BD59-A6C34878D82A}">
                    <a16:rowId xmlns:a16="http://schemas.microsoft.com/office/drawing/2014/main" val="433406250"/>
                  </a:ext>
                </a:extLst>
              </a:tr>
              <a:tr h="370839">
                <a:tc>
                  <a:txBody>
                    <a:bodyPr/>
                    <a:lstStyle/>
                    <a:p>
                      <a:pPr lvl="0">
                        <a:buNone/>
                      </a:pPr>
                      <a:r>
                        <a:rPr lang="en-US" dirty="0"/>
                        <a:t>Age</a:t>
                      </a:r>
                    </a:p>
                  </a:txBody>
                  <a:tcPr/>
                </a:tc>
                <a:tc>
                  <a:txBody>
                    <a:bodyPr/>
                    <a:lstStyle/>
                    <a:p>
                      <a:pPr lvl="0">
                        <a:buNone/>
                      </a:pPr>
                      <a:r>
                        <a:rPr lang="en-US" dirty="0" err="1"/>
                        <a:t>Edad</a:t>
                      </a:r>
                      <a:r>
                        <a:rPr lang="en-US" dirty="0"/>
                        <a:t> del </a:t>
                      </a:r>
                      <a:r>
                        <a:rPr lang="en-US" dirty="0" err="1"/>
                        <a:t>paciente</a:t>
                      </a:r>
                    </a:p>
                  </a:txBody>
                  <a:tcPr/>
                </a:tc>
                <a:tc>
                  <a:txBody>
                    <a:bodyPr/>
                    <a:lstStyle/>
                    <a:p>
                      <a:pPr lvl="0">
                        <a:buNone/>
                      </a:pPr>
                      <a:r>
                        <a:rPr lang="en-US" dirty="0"/>
                        <a:t>Numerica</a:t>
                      </a:r>
                    </a:p>
                  </a:txBody>
                  <a:tcPr/>
                </a:tc>
                <a:extLst>
                  <a:ext uri="{0D108BD9-81ED-4DB2-BD59-A6C34878D82A}">
                    <a16:rowId xmlns:a16="http://schemas.microsoft.com/office/drawing/2014/main" val="3144387693"/>
                  </a:ext>
                </a:extLst>
              </a:tr>
              <a:tr h="370840">
                <a:tc>
                  <a:txBody>
                    <a:bodyPr/>
                    <a:lstStyle/>
                    <a:p>
                      <a:r>
                        <a:rPr lang="en-US" dirty="0"/>
                        <a:t>Sex</a:t>
                      </a:r>
                    </a:p>
                  </a:txBody>
                  <a:tcPr/>
                </a:tc>
                <a:tc>
                  <a:txBody>
                    <a:bodyPr/>
                    <a:lstStyle/>
                    <a:p>
                      <a:pPr lvl="0">
                        <a:buNone/>
                      </a:pPr>
                      <a:r>
                        <a:rPr lang="en-US" sz="1800" u="none" strike="noStrike" baseline="0" noProof="0" dirty="0" err="1">
                          <a:solidFill>
                            <a:srgbClr val="000000"/>
                          </a:solidFill>
                        </a:rPr>
                        <a:t>Sexo</a:t>
                      </a:r>
                      <a:r>
                        <a:rPr lang="en-US" sz="1800" u="none" strike="noStrike" baseline="0" noProof="0" dirty="0">
                          <a:solidFill>
                            <a:srgbClr val="000000"/>
                          </a:solidFill>
                        </a:rPr>
                        <a:t> del </a:t>
                      </a:r>
                      <a:r>
                        <a:rPr lang="en-US" sz="1800" u="none" strike="noStrike" baseline="0" noProof="0" dirty="0" err="1">
                          <a:solidFill>
                            <a:srgbClr val="000000"/>
                          </a:solidFill>
                        </a:rPr>
                        <a:t>paciente</a:t>
                      </a:r>
                      <a:r>
                        <a:rPr lang="en-US" sz="1800" u="none" strike="noStrike" baseline="0" noProof="0" dirty="0">
                          <a:solidFill>
                            <a:srgbClr val="000000"/>
                          </a:solidFill>
                        </a:rPr>
                        <a:t> (1 = Hombre, 0 = </a:t>
                      </a:r>
                      <a:r>
                        <a:rPr lang="en-US" sz="1800" u="none" strike="noStrike" baseline="0" noProof="0" dirty="0" err="1">
                          <a:solidFill>
                            <a:srgbClr val="000000"/>
                          </a:solidFill>
                        </a:rPr>
                        <a:t>Mujer</a:t>
                      </a:r>
                      <a:r>
                        <a:rPr lang="en-US" sz="1800" u="none" strike="noStrike" baseline="0" noProof="0" dirty="0">
                          <a:solidFill>
                            <a:srgbClr val="000000"/>
                          </a:solidFill>
                        </a:rPr>
                        <a:t>)</a:t>
                      </a:r>
                    </a:p>
                  </a:txBody>
                  <a:tcPr/>
                </a:tc>
                <a:tc>
                  <a:txBody>
                    <a:bodyPr/>
                    <a:lstStyle/>
                    <a:p>
                      <a:r>
                        <a:rPr lang="en-US" dirty="0" err="1"/>
                        <a:t>Binaria</a:t>
                      </a:r>
                    </a:p>
                  </a:txBody>
                  <a:tcPr/>
                </a:tc>
                <a:extLst>
                  <a:ext uri="{0D108BD9-81ED-4DB2-BD59-A6C34878D82A}">
                    <a16:rowId xmlns:a16="http://schemas.microsoft.com/office/drawing/2014/main" val="3279145204"/>
                  </a:ext>
                </a:extLst>
              </a:tr>
              <a:tr h="370840">
                <a:tc>
                  <a:txBody>
                    <a:bodyPr/>
                    <a:lstStyle/>
                    <a:p>
                      <a:r>
                        <a:rPr lang="en-US" dirty="0"/>
                        <a:t>Cp</a:t>
                      </a:r>
                    </a:p>
                  </a:txBody>
                  <a:tcPr/>
                </a:tc>
                <a:tc>
                  <a:txBody>
                    <a:bodyPr/>
                    <a:lstStyle/>
                    <a:p>
                      <a:pPr lvl="0">
                        <a:buNone/>
                      </a:pPr>
                      <a:r>
                        <a:rPr lang="en-US" sz="1800" u="none" strike="noStrike" baseline="0" noProof="0" dirty="0">
                          <a:solidFill>
                            <a:srgbClr val="000000"/>
                          </a:solidFill>
                        </a:rPr>
                        <a:t>Tipo de dolor de </a:t>
                      </a:r>
                      <a:r>
                        <a:rPr lang="en-US" sz="1800" u="none" strike="noStrike" baseline="0" noProof="0" dirty="0" err="1">
                          <a:solidFill>
                            <a:srgbClr val="000000"/>
                          </a:solidFill>
                        </a:rPr>
                        <a:t>pecho</a:t>
                      </a:r>
                      <a:r>
                        <a:rPr lang="en-US" sz="1800" u="none" strike="noStrike" baseline="0" noProof="0" dirty="0">
                          <a:solidFill>
                            <a:srgbClr val="000000"/>
                          </a:solidFill>
                        </a:rPr>
                        <a:t> (0–3)</a:t>
                      </a:r>
                    </a:p>
                  </a:txBody>
                  <a:tcPr/>
                </a:tc>
                <a:tc>
                  <a:txBody>
                    <a:bodyPr/>
                    <a:lstStyle/>
                    <a:p>
                      <a:r>
                        <a:rPr lang="en-US" dirty="0" err="1"/>
                        <a:t>Categórica</a:t>
                      </a:r>
                    </a:p>
                  </a:txBody>
                  <a:tcPr/>
                </a:tc>
                <a:extLst>
                  <a:ext uri="{0D108BD9-81ED-4DB2-BD59-A6C34878D82A}">
                    <a16:rowId xmlns:a16="http://schemas.microsoft.com/office/drawing/2014/main" val="1039089075"/>
                  </a:ext>
                </a:extLst>
              </a:tr>
              <a:tr h="370840">
                <a:tc>
                  <a:txBody>
                    <a:bodyPr/>
                    <a:lstStyle/>
                    <a:p>
                      <a:pPr lvl="0">
                        <a:buNone/>
                      </a:pPr>
                      <a:r>
                        <a:rPr lang="en-US" sz="1800" u="none" strike="noStrike" noProof="0" dirty="0" err="1"/>
                        <a:t>Trestbps</a:t>
                      </a:r>
                      <a:r>
                        <a:rPr lang="en-US" sz="1800" u="none" strike="noStrike" noProof="0" dirty="0"/>
                        <a:t> </a:t>
                      </a:r>
                      <a:endParaRPr lang="en-US" dirty="0"/>
                    </a:p>
                  </a:txBody>
                  <a:tcPr/>
                </a:tc>
                <a:tc>
                  <a:txBody>
                    <a:bodyPr/>
                    <a:lstStyle/>
                    <a:p>
                      <a:pPr lvl="0">
                        <a:buNone/>
                      </a:pPr>
                      <a:r>
                        <a:rPr lang="en-US" sz="1800" u="none" strike="noStrike" baseline="0" noProof="0" dirty="0">
                          <a:solidFill>
                            <a:srgbClr val="000000"/>
                          </a:solidFill>
                        </a:rPr>
                        <a:t>Presión arterial </a:t>
                      </a:r>
                      <a:r>
                        <a:rPr lang="en-US" sz="1800" u="none" strike="noStrike" baseline="0" noProof="0" dirty="0" err="1">
                          <a:solidFill>
                            <a:srgbClr val="000000"/>
                          </a:solidFill>
                        </a:rPr>
                        <a:t>en</a:t>
                      </a:r>
                      <a:r>
                        <a:rPr lang="en-US" sz="1800" u="none" strike="noStrike" baseline="0" noProof="0" dirty="0">
                          <a:solidFill>
                            <a:srgbClr val="000000"/>
                          </a:solidFill>
                        </a:rPr>
                        <a:t> </a:t>
                      </a:r>
                      <a:r>
                        <a:rPr lang="en-US" sz="1800" u="none" strike="noStrike" baseline="0" noProof="0" dirty="0" err="1">
                          <a:solidFill>
                            <a:srgbClr val="000000"/>
                          </a:solidFill>
                        </a:rPr>
                        <a:t>reposo</a:t>
                      </a:r>
                      <a:r>
                        <a:rPr lang="en-US" sz="1800" u="none" strike="noStrike" baseline="0" noProof="0" dirty="0">
                          <a:solidFill>
                            <a:srgbClr val="000000"/>
                          </a:solidFill>
                        </a:rPr>
                        <a:t> (mm Hg)</a:t>
                      </a:r>
                    </a:p>
                  </a:txBody>
                  <a:tcPr/>
                </a:tc>
                <a:tc>
                  <a:txBody>
                    <a:bodyPr/>
                    <a:lstStyle/>
                    <a:p>
                      <a:r>
                        <a:rPr lang="en-US" dirty="0" err="1"/>
                        <a:t>Numérica</a:t>
                      </a:r>
                    </a:p>
                  </a:txBody>
                  <a:tcPr/>
                </a:tc>
                <a:extLst>
                  <a:ext uri="{0D108BD9-81ED-4DB2-BD59-A6C34878D82A}">
                    <a16:rowId xmlns:a16="http://schemas.microsoft.com/office/drawing/2014/main" val="1406818117"/>
                  </a:ext>
                </a:extLst>
              </a:tr>
              <a:tr h="370839">
                <a:tc>
                  <a:txBody>
                    <a:bodyPr/>
                    <a:lstStyle/>
                    <a:p>
                      <a:pPr lvl="0">
                        <a:buNone/>
                      </a:pPr>
                      <a:r>
                        <a:rPr lang="en-US" sz="1800" u="none" strike="noStrike" noProof="0" dirty="0"/>
                        <a:t>Chol </a:t>
                      </a:r>
                      <a:endParaRPr lang="en-US" dirty="0"/>
                    </a:p>
                  </a:txBody>
                  <a:tcPr/>
                </a:tc>
                <a:tc>
                  <a:txBody>
                    <a:bodyPr/>
                    <a:lstStyle/>
                    <a:p>
                      <a:pPr lvl="0">
                        <a:buNone/>
                      </a:pPr>
                      <a:r>
                        <a:rPr lang="en-US" sz="1800" u="none" strike="noStrike" baseline="0" noProof="0" dirty="0">
                          <a:solidFill>
                            <a:srgbClr val="000000"/>
                          </a:solidFill>
                        </a:rPr>
                        <a:t>Nivel de </a:t>
                      </a:r>
                      <a:r>
                        <a:rPr lang="en-US" sz="1800" u="none" strike="noStrike" baseline="0" noProof="0" err="1">
                          <a:solidFill>
                            <a:srgbClr val="000000"/>
                          </a:solidFill>
                        </a:rPr>
                        <a:t>colesterol</a:t>
                      </a:r>
                      <a:r>
                        <a:rPr lang="en-US" sz="1800" u="none" strike="noStrike" baseline="0" noProof="0" dirty="0">
                          <a:solidFill>
                            <a:srgbClr val="000000"/>
                          </a:solidFill>
                        </a:rPr>
                        <a:t> </a:t>
                      </a:r>
                      <a:r>
                        <a:rPr lang="en-US" sz="1800" u="none" strike="noStrike" baseline="0" noProof="0" err="1">
                          <a:solidFill>
                            <a:srgbClr val="000000"/>
                          </a:solidFill>
                        </a:rPr>
                        <a:t>en</a:t>
                      </a:r>
                      <a:r>
                        <a:rPr lang="en-US" sz="1800" u="none" strike="noStrike" baseline="0" noProof="0" dirty="0">
                          <a:solidFill>
                            <a:srgbClr val="000000"/>
                          </a:solidFill>
                        </a:rPr>
                        <a:t> </a:t>
                      </a:r>
                      <a:r>
                        <a:rPr lang="en-US" sz="1800" u="none" strike="noStrike" baseline="0" noProof="0" err="1">
                          <a:solidFill>
                            <a:srgbClr val="000000"/>
                          </a:solidFill>
                        </a:rPr>
                        <a:t>sangre</a:t>
                      </a:r>
                      <a:r>
                        <a:rPr lang="en-US" sz="1800" u="none" strike="noStrike" baseline="0" noProof="0" dirty="0">
                          <a:solidFill>
                            <a:srgbClr val="000000"/>
                          </a:solidFill>
                        </a:rPr>
                        <a:t> (mg/dl) </a:t>
                      </a:r>
                      <a:endParaRPr lang="en-US" dirty="0"/>
                    </a:p>
                  </a:txBody>
                  <a:tcPr/>
                </a:tc>
                <a:tc>
                  <a:txBody>
                    <a:bodyPr/>
                    <a:lstStyle/>
                    <a:p>
                      <a:pPr lvl="0">
                        <a:buNone/>
                      </a:pPr>
                      <a:r>
                        <a:rPr lang="en-US" sz="1800" u="none" strike="noStrike" noProof="0" dirty="0" err="1">
                          <a:solidFill>
                            <a:srgbClr val="000000"/>
                          </a:solidFill>
                        </a:rPr>
                        <a:t>Numérica</a:t>
                      </a:r>
                      <a:endParaRPr lang="en-US" dirty="0" err="1"/>
                    </a:p>
                  </a:txBody>
                  <a:tcPr/>
                </a:tc>
                <a:extLst>
                  <a:ext uri="{0D108BD9-81ED-4DB2-BD59-A6C34878D82A}">
                    <a16:rowId xmlns:a16="http://schemas.microsoft.com/office/drawing/2014/main" val="2427121317"/>
                  </a:ext>
                </a:extLst>
              </a:tr>
            </a:tbl>
          </a:graphicData>
        </a:graphic>
      </p:graphicFrame>
    </p:spTree>
    <p:extLst>
      <p:ext uri="{BB962C8B-B14F-4D97-AF65-F5344CB8AC3E}">
        <p14:creationId xmlns:p14="http://schemas.microsoft.com/office/powerpoint/2010/main" val="3274647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D8710-8B2D-1F65-75E6-BED7CC7E14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61B3B2-436D-CED5-15F9-8681CEAC24DE}"/>
              </a:ext>
            </a:extLst>
          </p:cNvPr>
          <p:cNvSpPr>
            <a:spLocks noGrp="1"/>
          </p:cNvSpPr>
          <p:nvPr>
            <p:ph type="title"/>
          </p:nvPr>
        </p:nvSpPr>
        <p:spPr/>
        <p:txBody>
          <a:bodyPr rtlCol="0"/>
          <a:lstStyle>
            <a:defPPr>
              <a:defRPr lang="es-ES"/>
            </a:defPPr>
          </a:lstStyle>
          <a:p>
            <a:r>
              <a:rPr lang="es-ES" dirty="0"/>
              <a:t>variables involucradas</a:t>
            </a:r>
          </a:p>
        </p:txBody>
      </p:sp>
      <p:sp>
        <p:nvSpPr>
          <p:cNvPr id="12" name="Marcador de pie de página 11">
            <a:extLst>
              <a:ext uri="{FF2B5EF4-FFF2-40B4-BE49-F238E27FC236}">
                <a16:creationId xmlns:a16="http://schemas.microsoft.com/office/drawing/2014/main" id="{EAD1ED6F-8DF6-2140-A725-8B13EC0D2CAE}"/>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13" name="Marcador de número de diapositiva 12">
            <a:extLst>
              <a:ext uri="{FF2B5EF4-FFF2-40B4-BE49-F238E27FC236}">
                <a16:creationId xmlns:a16="http://schemas.microsoft.com/office/drawing/2014/main" id="{0E55934E-74CC-C83E-0181-57BB4DC40AC7}"/>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6</a:t>
            </a:fld>
            <a:endParaRPr lang="es-ES"/>
          </a:p>
        </p:txBody>
      </p:sp>
      <p:graphicFrame>
        <p:nvGraphicFramePr>
          <p:cNvPr id="7" name="Table 6">
            <a:extLst>
              <a:ext uri="{FF2B5EF4-FFF2-40B4-BE49-F238E27FC236}">
                <a16:creationId xmlns:a16="http://schemas.microsoft.com/office/drawing/2014/main" id="{52EEBA25-47F5-CDFF-7211-A5A9D439F8E0}"/>
              </a:ext>
            </a:extLst>
          </p:cNvPr>
          <p:cNvGraphicFramePr>
            <a:graphicFrameLocks noGrp="1"/>
          </p:cNvGraphicFramePr>
          <p:nvPr>
            <p:extLst>
              <p:ext uri="{D42A27DB-BD31-4B8C-83A1-F6EECF244321}">
                <p14:modId xmlns:p14="http://schemas.microsoft.com/office/powerpoint/2010/main" val="2155082671"/>
              </p:ext>
            </p:extLst>
          </p:nvPr>
        </p:nvGraphicFramePr>
        <p:xfrm>
          <a:off x="1049787" y="2902422"/>
          <a:ext cx="10087307" cy="2763519"/>
        </p:xfrm>
        <a:graphic>
          <a:graphicData uri="http://schemas.openxmlformats.org/drawingml/2006/table">
            <a:tbl>
              <a:tblPr firstRow="1" bandRow="1">
                <a:tableStyleId>{073A0DAA-6AF3-43AB-8588-CEC1D06C72B9}</a:tableStyleId>
              </a:tblPr>
              <a:tblGrid>
                <a:gridCol w="2308886">
                  <a:extLst>
                    <a:ext uri="{9D8B030D-6E8A-4147-A177-3AD203B41FA5}">
                      <a16:colId xmlns:a16="http://schemas.microsoft.com/office/drawing/2014/main" val="1418022679"/>
                    </a:ext>
                  </a:extLst>
                </a:gridCol>
                <a:gridCol w="4415986">
                  <a:extLst>
                    <a:ext uri="{9D8B030D-6E8A-4147-A177-3AD203B41FA5}">
                      <a16:colId xmlns:a16="http://schemas.microsoft.com/office/drawing/2014/main" val="783819418"/>
                    </a:ext>
                  </a:extLst>
                </a:gridCol>
                <a:gridCol w="3362435">
                  <a:extLst>
                    <a:ext uri="{9D8B030D-6E8A-4147-A177-3AD203B41FA5}">
                      <a16:colId xmlns:a16="http://schemas.microsoft.com/office/drawing/2014/main" val="1748232010"/>
                    </a:ext>
                  </a:extLst>
                </a:gridCol>
              </a:tblGrid>
              <a:tr h="370840">
                <a:tc>
                  <a:txBody>
                    <a:bodyPr/>
                    <a:lstStyle/>
                    <a:p>
                      <a:pPr lvl="0">
                        <a:buNone/>
                      </a:pPr>
                      <a:r>
                        <a:rPr lang="en-US" dirty="0"/>
                        <a:t>Variable</a:t>
                      </a:r>
                    </a:p>
                  </a:txBody>
                  <a:tcPr/>
                </a:tc>
                <a:tc>
                  <a:txBody>
                    <a:bodyPr/>
                    <a:lstStyle/>
                    <a:p>
                      <a:r>
                        <a:rPr lang="en-US" dirty="0" err="1"/>
                        <a:t>Descripcion</a:t>
                      </a:r>
                    </a:p>
                  </a:txBody>
                  <a:tcPr/>
                </a:tc>
                <a:tc>
                  <a:txBody>
                    <a:bodyPr/>
                    <a:lstStyle/>
                    <a:p>
                      <a:r>
                        <a:rPr lang="en-US" dirty="0"/>
                        <a:t>Tipo</a:t>
                      </a:r>
                    </a:p>
                  </a:txBody>
                  <a:tcPr/>
                </a:tc>
                <a:extLst>
                  <a:ext uri="{0D108BD9-81ED-4DB2-BD59-A6C34878D82A}">
                    <a16:rowId xmlns:a16="http://schemas.microsoft.com/office/drawing/2014/main" val="433406250"/>
                  </a:ext>
                </a:extLst>
              </a:tr>
              <a:tr h="370839">
                <a:tc>
                  <a:txBody>
                    <a:bodyPr/>
                    <a:lstStyle/>
                    <a:p>
                      <a:pPr lvl="0">
                        <a:buNone/>
                      </a:pPr>
                      <a:r>
                        <a:rPr lang="en-US" dirty="0" err="1"/>
                        <a:t>Fbs</a:t>
                      </a:r>
                    </a:p>
                  </a:txBody>
                  <a:tcPr/>
                </a:tc>
                <a:tc>
                  <a:txBody>
                    <a:bodyPr/>
                    <a:lstStyle/>
                    <a:p>
                      <a:pPr lvl="0">
                        <a:buNone/>
                      </a:pPr>
                      <a:r>
                        <a:rPr lang="en-US" sz="1800" u="none" strike="noStrike" noProof="0" dirty="0"/>
                        <a:t>Azúcar </a:t>
                      </a:r>
                      <a:r>
                        <a:rPr lang="en-US" sz="1800" u="none" strike="noStrike" noProof="0" err="1"/>
                        <a:t>en</a:t>
                      </a:r>
                      <a:r>
                        <a:rPr lang="en-US" sz="1800" u="none" strike="noStrike" noProof="0" dirty="0"/>
                        <a:t> </a:t>
                      </a:r>
                      <a:r>
                        <a:rPr lang="en-US" sz="1800" u="none" strike="noStrike" noProof="0" err="1"/>
                        <a:t>sangre</a:t>
                      </a:r>
                      <a:r>
                        <a:rPr lang="en-US" sz="1800" u="none" strike="noStrike" noProof="0" dirty="0"/>
                        <a:t> </a:t>
                      </a:r>
                      <a:r>
                        <a:rPr lang="en-US" sz="1800" u="none" strike="noStrike" noProof="0" err="1"/>
                        <a:t>en</a:t>
                      </a:r>
                      <a:r>
                        <a:rPr lang="en-US" sz="1800" u="none" strike="noStrike" noProof="0" dirty="0"/>
                        <a:t> </a:t>
                      </a:r>
                      <a:r>
                        <a:rPr lang="en-US" sz="1800" u="none" strike="noStrike" noProof="0" err="1"/>
                        <a:t>ayunas</a:t>
                      </a:r>
                      <a:r>
                        <a:rPr lang="en-US" sz="1800" u="none" strike="noStrike" noProof="0" dirty="0"/>
                        <a:t> &gt; 120 mg/dl (1 = </a:t>
                      </a:r>
                      <a:r>
                        <a:rPr lang="en-US" sz="1800" u="none" strike="noStrike" noProof="0" err="1"/>
                        <a:t>sí</a:t>
                      </a:r>
                      <a:r>
                        <a:rPr lang="en-US" sz="1800" u="none" strike="noStrike" noProof="0" dirty="0"/>
                        <a:t>, 0 = no)</a:t>
                      </a:r>
                      <a:endParaRPr lang="en-US" dirty="0" err="1"/>
                    </a:p>
                  </a:txBody>
                  <a:tcPr/>
                </a:tc>
                <a:tc>
                  <a:txBody>
                    <a:bodyPr/>
                    <a:lstStyle/>
                    <a:p>
                      <a:pPr lvl="0">
                        <a:buNone/>
                      </a:pPr>
                      <a:r>
                        <a:rPr lang="en-US" dirty="0" err="1"/>
                        <a:t>Binaria</a:t>
                      </a:r>
                    </a:p>
                  </a:txBody>
                  <a:tcPr/>
                </a:tc>
                <a:extLst>
                  <a:ext uri="{0D108BD9-81ED-4DB2-BD59-A6C34878D82A}">
                    <a16:rowId xmlns:a16="http://schemas.microsoft.com/office/drawing/2014/main" val="3144387693"/>
                  </a:ext>
                </a:extLst>
              </a:tr>
              <a:tr h="370840">
                <a:tc>
                  <a:txBody>
                    <a:bodyPr/>
                    <a:lstStyle/>
                    <a:p>
                      <a:r>
                        <a:rPr lang="en-US" dirty="0" err="1"/>
                        <a:t>Restecg</a:t>
                      </a:r>
                    </a:p>
                  </a:txBody>
                  <a:tcPr/>
                </a:tc>
                <a:tc>
                  <a:txBody>
                    <a:bodyPr/>
                    <a:lstStyle/>
                    <a:p>
                      <a:pPr lvl="0">
                        <a:buNone/>
                      </a:pPr>
                      <a:r>
                        <a:rPr lang="en-US" sz="1800" u="none" strike="noStrike" baseline="0" noProof="0" err="1">
                          <a:solidFill>
                            <a:srgbClr val="000000"/>
                          </a:solidFill>
                        </a:rPr>
                        <a:t>Resultados</a:t>
                      </a:r>
                      <a:r>
                        <a:rPr lang="en-US" sz="1800" u="none" strike="noStrike" baseline="0" noProof="0" dirty="0">
                          <a:solidFill>
                            <a:srgbClr val="000000"/>
                          </a:solidFill>
                        </a:rPr>
                        <a:t> del </a:t>
                      </a:r>
                      <a:r>
                        <a:rPr lang="en-US" sz="1800" u="none" strike="noStrike" baseline="0" noProof="0" err="1">
                          <a:solidFill>
                            <a:srgbClr val="000000"/>
                          </a:solidFill>
                        </a:rPr>
                        <a:t>electrocardiograma</a:t>
                      </a:r>
                      <a:r>
                        <a:rPr lang="en-US" sz="1800" u="none" strike="noStrike" baseline="0" noProof="0" dirty="0">
                          <a:solidFill>
                            <a:srgbClr val="000000"/>
                          </a:solidFill>
                        </a:rPr>
                        <a:t> (0–2)</a:t>
                      </a:r>
                    </a:p>
                  </a:txBody>
                  <a:tcPr/>
                </a:tc>
                <a:tc>
                  <a:txBody>
                    <a:bodyPr/>
                    <a:lstStyle/>
                    <a:p>
                      <a:r>
                        <a:rPr lang="en-US" err="1"/>
                        <a:t>Categórica</a:t>
                      </a:r>
                      <a:endParaRPr lang="es-CO" noProof="0" err="1"/>
                    </a:p>
                  </a:txBody>
                  <a:tcPr/>
                </a:tc>
                <a:extLst>
                  <a:ext uri="{0D108BD9-81ED-4DB2-BD59-A6C34878D82A}">
                    <a16:rowId xmlns:a16="http://schemas.microsoft.com/office/drawing/2014/main" val="3279145204"/>
                  </a:ext>
                </a:extLst>
              </a:tr>
              <a:tr h="370840">
                <a:tc>
                  <a:txBody>
                    <a:bodyPr/>
                    <a:lstStyle/>
                    <a:p>
                      <a:r>
                        <a:rPr lang="en-US" dirty="0" err="1"/>
                        <a:t>Thalach</a:t>
                      </a:r>
                    </a:p>
                  </a:txBody>
                  <a:tcPr/>
                </a:tc>
                <a:tc>
                  <a:txBody>
                    <a:bodyPr/>
                    <a:lstStyle/>
                    <a:p>
                      <a:pPr lvl="0">
                        <a:buNone/>
                      </a:pPr>
                      <a:r>
                        <a:rPr lang="en-US" sz="1800" u="none" strike="noStrike" baseline="0" noProof="0" err="1">
                          <a:solidFill>
                            <a:srgbClr val="000000"/>
                          </a:solidFill>
                        </a:rPr>
                        <a:t>Frecuencia</a:t>
                      </a:r>
                      <a:r>
                        <a:rPr lang="en-US" sz="1800" u="none" strike="noStrike" baseline="0" noProof="0" dirty="0">
                          <a:solidFill>
                            <a:srgbClr val="000000"/>
                          </a:solidFill>
                        </a:rPr>
                        <a:t> </a:t>
                      </a:r>
                      <a:r>
                        <a:rPr lang="en-US" sz="1800" u="none" strike="noStrike" baseline="0" noProof="0" err="1">
                          <a:solidFill>
                            <a:srgbClr val="000000"/>
                          </a:solidFill>
                        </a:rPr>
                        <a:t>cardíaca</a:t>
                      </a:r>
                      <a:r>
                        <a:rPr lang="en-US" sz="1800" u="none" strike="noStrike" baseline="0" noProof="0" dirty="0">
                          <a:solidFill>
                            <a:srgbClr val="000000"/>
                          </a:solidFill>
                        </a:rPr>
                        <a:t> </a:t>
                      </a:r>
                      <a:r>
                        <a:rPr lang="en-US" sz="1800" u="none" strike="noStrike" baseline="0" noProof="0" err="1">
                          <a:solidFill>
                            <a:srgbClr val="000000"/>
                          </a:solidFill>
                        </a:rPr>
                        <a:t>máxima</a:t>
                      </a:r>
                      <a:r>
                        <a:rPr lang="en-US" sz="1800" u="none" strike="noStrike" baseline="0" noProof="0" dirty="0">
                          <a:solidFill>
                            <a:srgbClr val="000000"/>
                          </a:solidFill>
                        </a:rPr>
                        <a:t> </a:t>
                      </a:r>
                      <a:r>
                        <a:rPr lang="en-US" sz="1800" u="none" strike="noStrike" baseline="0" noProof="0" err="1">
                          <a:solidFill>
                            <a:srgbClr val="000000"/>
                          </a:solidFill>
                        </a:rPr>
                        <a:t>alcanzada</a:t>
                      </a:r>
                      <a:endParaRPr lang="en-US" sz="1800" u="none" strike="noStrike" baseline="0" noProof="0" dirty="0" err="1">
                        <a:solidFill>
                          <a:srgbClr val="000000"/>
                        </a:solidFill>
                      </a:endParaRPr>
                    </a:p>
                  </a:txBody>
                  <a:tcPr/>
                </a:tc>
                <a:tc>
                  <a:txBody>
                    <a:bodyPr/>
                    <a:lstStyle/>
                    <a:p>
                      <a:r>
                        <a:rPr lang="en-US" dirty="0"/>
                        <a:t>Numerica</a:t>
                      </a:r>
                      <a:endParaRPr lang="en-US" dirty="0" err="1"/>
                    </a:p>
                  </a:txBody>
                  <a:tcPr/>
                </a:tc>
                <a:extLst>
                  <a:ext uri="{0D108BD9-81ED-4DB2-BD59-A6C34878D82A}">
                    <a16:rowId xmlns:a16="http://schemas.microsoft.com/office/drawing/2014/main" val="1039089075"/>
                  </a:ext>
                </a:extLst>
              </a:tr>
              <a:tr h="370840">
                <a:tc>
                  <a:txBody>
                    <a:bodyPr/>
                    <a:lstStyle/>
                    <a:p>
                      <a:pPr lvl="0">
                        <a:buNone/>
                      </a:pPr>
                      <a:r>
                        <a:rPr lang="en-US" sz="1800" u="none" strike="noStrike" noProof="0" err="1"/>
                        <a:t>Exang</a:t>
                      </a:r>
                      <a:endParaRPr lang="es-ES" sz="1200" u="none" strike="noStrike" noProof="0">
                        <a:solidFill>
                          <a:srgbClr val="000000"/>
                        </a:solidFill>
                      </a:endParaRPr>
                    </a:p>
                  </a:txBody>
                  <a:tcPr/>
                </a:tc>
                <a:tc>
                  <a:txBody>
                    <a:bodyPr/>
                    <a:lstStyle/>
                    <a:p>
                      <a:pPr lvl="0">
                        <a:buNone/>
                      </a:pPr>
                      <a:r>
                        <a:rPr lang="en-US" sz="1800" u="none" strike="noStrike" baseline="0" noProof="0" dirty="0">
                          <a:solidFill>
                            <a:srgbClr val="000000"/>
                          </a:solidFill>
                        </a:rPr>
                        <a:t>Angina </a:t>
                      </a:r>
                      <a:r>
                        <a:rPr lang="en-US" sz="1800" u="none" strike="noStrike" baseline="0" noProof="0" err="1">
                          <a:solidFill>
                            <a:srgbClr val="000000"/>
                          </a:solidFill>
                        </a:rPr>
                        <a:t>inducida</a:t>
                      </a:r>
                      <a:r>
                        <a:rPr lang="en-US" sz="1800" u="none" strike="noStrike" baseline="0" noProof="0" dirty="0">
                          <a:solidFill>
                            <a:srgbClr val="000000"/>
                          </a:solidFill>
                        </a:rPr>
                        <a:t> </a:t>
                      </a:r>
                      <a:r>
                        <a:rPr lang="en-US" sz="1800" u="none" strike="noStrike" baseline="0" noProof="0" err="1">
                          <a:solidFill>
                            <a:srgbClr val="000000"/>
                          </a:solidFill>
                        </a:rPr>
                        <a:t>por</a:t>
                      </a:r>
                      <a:r>
                        <a:rPr lang="en-US" sz="1800" u="none" strike="noStrike" baseline="0" noProof="0" dirty="0">
                          <a:solidFill>
                            <a:srgbClr val="000000"/>
                          </a:solidFill>
                        </a:rPr>
                        <a:t> </a:t>
                      </a:r>
                      <a:r>
                        <a:rPr lang="en-US" sz="1800" u="none" strike="noStrike" baseline="0" noProof="0" err="1">
                          <a:solidFill>
                            <a:srgbClr val="000000"/>
                          </a:solidFill>
                        </a:rPr>
                        <a:t>ejercicio</a:t>
                      </a:r>
                      <a:r>
                        <a:rPr lang="en-US" sz="1800" u="none" strike="noStrike" baseline="0" noProof="0" dirty="0">
                          <a:solidFill>
                            <a:srgbClr val="000000"/>
                          </a:solidFill>
                        </a:rPr>
                        <a:t> (1 = </a:t>
                      </a:r>
                      <a:r>
                        <a:rPr lang="en-US" sz="1800" u="none" strike="noStrike" baseline="0" noProof="0" err="1">
                          <a:solidFill>
                            <a:srgbClr val="000000"/>
                          </a:solidFill>
                        </a:rPr>
                        <a:t>sí</a:t>
                      </a:r>
                      <a:r>
                        <a:rPr lang="en-US" sz="1800" u="none" strike="noStrike" baseline="0" noProof="0" dirty="0">
                          <a:solidFill>
                            <a:srgbClr val="000000"/>
                          </a:solidFill>
                        </a:rPr>
                        <a:t>, 0 = no) </a:t>
                      </a:r>
                    </a:p>
                  </a:txBody>
                  <a:tcPr/>
                </a:tc>
                <a:tc>
                  <a:txBody>
                    <a:bodyPr/>
                    <a:lstStyle/>
                    <a:p>
                      <a:r>
                        <a:rPr lang="en-US" dirty="0" err="1"/>
                        <a:t>Binaria</a:t>
                      </a:r>
                    </a:p>
                  </a:txBody>
                  <a:tcPr/>
                </a:tc>
                <a:extLst>
                  <a:ext uri="{0D108BD9-81ED-4DB2-BD59-A6C34878D82A}">
                    <a16:rowId xmlns:a16="http://schemas.microsoft.com/office/drawing/2014/main" val="1406818117"/>
                  </a:ext>
                </a:extLst>
              </a:tr>
              <a:tr h="370839">
                <a:tc>
                  <a:txBody>
                    <a:bodyPr/>
                    <a:lstStyle/>
                    <a:p>
                      <a:pPr lvl="0">
                        <a:buNone/>
                      </a:pPr>
                      <a:r>
                        <a:rPr lang="en-US" sz="1800" u="none" strike="noStrike" noProof="0" dirty="0" err="1"/>
                        <a:t>Oldpeak</a:t>
                      </a:r>
                      <a:endParaRPr lang="en-US" dirty="0" err="1"/>
                    </a:p>
                  </a:txBody>
                  <a:tcPr/>
                </a:tc>
                <a:tc>
                  <a:txBody>
                    <a:bodyPr/>
                    <a:lstStyle/>
                    <a:p>
                      <a:pPr lvl="0">
                        <a:buNone/>
                      </a:pPr>
                      <a:r>
                        <a:rPr lang="en-US" sz="1800" u="none" strike="noStrike" baseline="0" noProof="0" err="1">
                          <a:solidFill>
                            <a:srgbClr val="000000"/>
                          </a:solidFill>
                        </a:rPr>
                        <a:t>Depresión</a:t>
                      </a:r>
                      <a:r>
                        <a:rPr lang="en-US" sz="1800" u="none" strike="noStrike" baseline="0" noProof="0" dirty="0">
                          <a:solidFill>
                            <a:srgbClr val="000000"/>
                          </a:solidFill>
                        </a:rPr>
                        <a:t> del ST </a:t>
                      </a:r>
                      <a:r>
                        <a:rPr lang="en-US" sz="1800" u="none" strike="noStrike" baseline="0" noProof="0" err="1">
                          <a:solidFill>
                            <a:srgbClr val="000000"/>
                          </a:solidFill>
                        </a:rPr>
                        <a:t>inducida</a:t>
                      </a:r>
                      <a:r>
                        <a:rPr lang="en-US" sz="1800" u="none" strike="noStrike" baseline="0" noProof="0" dirty="0">
                          <a:solidFill>
                            <a:srgbClr val="000000"/>
                          </a:solidFill>
                        </a:rPr>
                        <a:t> </a:t>
                      </a:r>
                      <a:r>
                        <a:rPr lang="en-US" sz="1800" u="none" strike="noStrike" baseline="0" noProof="0" err="1">
                          <a:solidFill>
                            <a:srgbClr val="000000"/>
                          </a:solidFill>
                        </a:rPr>
                        <a:t>por</a:t>
                      </a:r>
                      <a:r>
                        <a:rPr lang="en-US" sz="1800" u="none" strike="noStrike" baseline="0" noProof="0" dirty="0">
                          <a:solidFill>
                            <a:srgbClr val="000000"/>
                          </a:solidFill>
                        </a:rPr>
                        <a:t> </a:t>
                      </a:r>
                      <a:r>
                        <a:rPr lang="en-US" sz="1800" u="none" strike="noStrike" baseline="0" noProof="0" err="1">
                          <a:solidFill>
                            <a:srgbClr val="000000"/>
                          </a:solidFill>
                        </a:rPr>
                        <a:t>el</a:t>
                      </a:r>
                      <a:r>
                        <a:rPr lang="en-US" sz="1800" u="none" strike="noStrike" baseline="0" noProof="0" dirty="0">
                          <a:solidFill>
                            <a:srgbClr val="000000"/>
                          </a:solidFill>
                        </a:rPr>
                        <a:t> </a:t>
                      </a:r>
                      <a:r>
                        <a:rPr lang="en-US" sz="1800" u="none" strike="noStrike" baseline="0" noProof="0" err="1">
                          <a:solidFill>
                            <a:srgbClr val="000000"/>
                          </a:solidFill>
                        </a:rPr>
                        <a:t>ejercicio</a:t>
                      </a:r>
                      <a:r>
                        <a:rPr lang="en-US" sz="1800" u="none" strike="noStrike" baseline="0" noProof="0" dirty="0">
                          <a:solidFill>
                            <a:srgbClr val="000000"/>
                          </a:solidFill>
                        </a:rPr>
                        <a:t> </a:t>
                      </a:r>
                      <a:endParaRPr lang="en-US"/>
                    </a:p>
                  </a:txBody>
                  <a:tcPr/>
                </a:tc>
                <a:tc>
                  <a:txBody>
                    <a:bodyPr/>
                    <a:lstStyle/>
                    <a:p>
                      <a:pPr lvl="0">
                        <a:buNone/>
                      </a:pPr>
                      <a:r>
                        <a:rPr lang="en-US" sz="1800" u="none" strike="noStrike" noProof="0" err="1">
                          <a:solidFill>
                            <a:srgbClr val="000000"/>
                          </a:solidFill>
                        </a:rPr>
                        <a:t>Numérica</a:t>
                      </a:r>
                      <a:endParaRPr lang="en-US" err="1"/>
                    </a:p>
                  </a:txBody>
                  <a:tcPr/>
                </a:tc>
                <a:extLst>
                  <a:ext uri="{0D108BD9-81ED-4DB2-BD59-A6C34878D82A}">
                    <a16:rowId xmlns:a16="http://schemas.microsoft.com/office/drawing/2014/main" val="2427121317"/>
                  </a:ext>
                </a:extLst>
              </a:tr>
            </a:tbl>
          </a:graphicData>
        </a:graphic>
      </p:graphicFrame>
    </p:spTree>
    <p:extLst>
      <p:ext uri="{BB962C8B-B14F-4D97-AF65-F5344CB8AC3E}">
        <p14:creationId xmlns:p14="http://schemas.microsoft.com/office/powerpoint/2010/main" val="4147533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6AD97-AB24-4E3B-ED42-EE1A534B54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3A893C-E7DE-624C-AE12-F8BE29C4C4E2}"/>
              </a:ext>
            </a:extLst>
          </p:cNvPr>
          <p:cNvSpPr>
            <a:spLocks noGrp="1"/>
          </p:cNvSpPr>
          <p:nvPr>
            <p:ph type="title"/>
          </p:nvPr>
        </p:nvSpPr>
        <p:spPr/>
        <p:txBody>
          <a:bodyPr rtlCol="0"/>
          <a:lstStyle>
            <a:defPPr>
              <a:defRPr lang="es-ES"/>
            </a:defPPr>
          </a:lstStyle>
          <a:p>
            <a:r>
              <a:rPr lang="es-ES" dirty="0"/>
              <a:t>variables involucradas</a:t>
            </a:r>
          </a:p>
        </p:txBody>
      </p:sp>
      <p:sp>
        <p:nvSpPr>
          <p:cNvPr id="12" name="Marcador de pie de página 11">
            <a:extLst>
              <a:ext uri="{FF2B5EF4-FFF2-40B4-BE49-F238E27FC236}">
                <a16:creationId xmlns:a16="http://schemas.microsoft.com/office/drawing/2014/main" id="{32938004-8C98-618F-296E-4A4797044407}"/>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13" name="Marcador de número de diapositiva 12">
            <a:extLst>
              <a:ext uri="{FF2B5EF4-FFF2-40B4-BE49-F238E27FC236}">
                <a16:creationId xmlns:a16="http://schemas.microsoft.com/office/drawing/2014/main" id="{679BA260-12FF-0684-5833-F09DEBB8B67E}"/>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7</a:t>
            </a:fld>
            <a:endParaRPr lang="es-ES"/>
          </a:p>
        </p:txBody>
      </p:sp>
      <p:graphicFrame>
        <p:nvGraphicFramePr>
          <p:cNvPr id="7" name="Table 6">
            <a:extLst>
              <a:ext uri="{FF2B5EF4-FFF2-40B4-BE49-F238E27FC236}">
                <a16:creationId xmlns:a16="http://schemas.microsoft.com/office/drawing/2014/main" id="{A24116F7-85AD-8C30-3313-B491FC948835}"/>
              </a:ext>
            </a:extLst>
          </p:cNvPr>
          <p:cNvGraphicFramePr>
            <a:graphicFrameLocks noGrp="1"/>
          </p:cNvGraphicFramePr>
          <p:nvPr>
            <p:extLst>
              <p:ext uri="{D42A27DB-BD31-4B8C-83A1-F6EECF244321}">
                <p14:modId xmlns:p14="http://schemas.microsoft.com/office/powerpoint/2010/main" val="2902318639"/>
              </p:ext>
            </p:extLst>
          </p:nvPr>
        </p:nvGraphicFramePr>
        <p:xfrm>
          <a:off x="1361440" y="2875280"/>
          <a:ext cx="9461358" cy="2931160"/>
        </p:xfrm>
        <a:graphic>
          <a:graphicData uri="http://schemas.openxmlformats.org/drawingml/2006/table">
            <a:tbl>
              <a:tblPr firstRow="1" bandRow="1">
                <a:tableStyleId>{073A0DAA-6AF3-43AB-8588-CEC1D06C72B9}</a:tableStyleId>
              </a:tblPr>
              <a:tblGrid>
                <a:gridCol w="2165613">
                  <a:extLst>
                    <a:ext uri="{9D8B030D-6E8A-4147-A177-3AD203B41FA5}">
                      <a16:colId xmlns:a16="http://schemas.microsoft.com/office/drawing/2014/main" val="1418022679"/>
                    </a:ext>
                  </a:extLst>
                </a:gridCol>
                <a:gridCol w="4141960">
                  <a:extLst>
                    <a:ext uri="{9D8B030D-6E8A-4147-A177-3AD203B41FA5}">
                      <a16:colId xmlns:a16="http://schemas.microsoft.com/office/drawing/2014/main" val="783819418"/>
                    </a:ext>
                  </a:extLst>
                </a:gridCol>
                <a:gridCol w="3153785">
                  <a:extLst>
                    <a:ext uri="{9D8B030D-6E8A-4147-A177-3AD203B41FA5}">
                      <a16:colId xmlns:a16="http://schemas.microsoft.com/office/drawing/2014/main" val="1748232010"/>
                    </a:ext>
                  </a:extLst>
                </a:gridCol>
              </a:tblGrid>
              <a:tr h="370840">
                <a:tc>
                  <a:txBody>
                    <a:bodyPr/>
                    <a:lstStyle/>
                    <a:p>
                      <a:pPr lvl="0">
                        <a:buNone/>
                      </a:pPr>
                      <a:r>
                        <a:rPr lang="en-US" dirty="0"/>
                        <a:t>Variable</a:t>
                      </a:r>
                    </a:p>
                  </a:txBody>
                  <a:tcPr/>
                </a:tc>
                <a:tc>
                  <a:txBody>
                    <a:bodyPr/>
                    <a:lstStyle/>
                    <a:p>
                      <a:r>
                        <a:rPr lang="en-US" dirty="0" err="1"/>
                        <a:t>Descripcion</a:t>
                      </a:r>
                    </a:p>
                  </a:txBody>
                  <a:tcPr/>
                </a:tc>
                <a:tc>
                  <a:txBody>
                    <a:bodyPr/>
                    <a:lstStyle/>
                    <a:p>
                      <a:r>
                        <a:rPr lang="en-US" dirty="0"/>
                        <a:t>Tipo</a:t>
                      </a:r>
                    </a:p>
                  </a:txBody>
                  <a:tcPr/>
                </a:tc>
                <a:extLst>
                  <a:ext uri="{0D108BD9-81ED-4DB2-BD59-A6C34878D82A}">
                    <a16:rowId xmlns:a16="http://schemas.microsoft.com/office/drawing/2014/main" val="433406250"/>
                  </a:ext>
                </a:extLst>
              </a:tr>
              <a:tr h="370839">
                <a:tc>
                  <a:txBody>
                    <a:bodyPr/>
                    <a:lstStyle/>
                    <a:p>
                      <a:pPr lvl="0">
                        <a:buNone/>
                      </a:pPr>
                      <a:r>
                        <a:rPr lang="en-US" dirty="0"/>
                        <a:t>Slope</a:t>
                      </a:r>
                      <a:endParaRPr lang="en-US" dirty="0" err="1"/>
                    </a:p>
                  </a:txBody>
                  <a:tcPr/>
                </a:tc>
                <a:tc>
                  <a:txBody>
                    <a:bodyPr/>
                    <a:lstStyle/>
                    <a:p>
                      <a:pPr lvl="0">
                        <a:buNone/>
                      </a:pPr>
                      <a:r>
                        <a:rPr lang="en-US" sz="1800" u="none" strike="noStrike" noProof="0" dirty="0" err="1"/>
                        <a:t>Pendiente</a:t>
                      </a:r>
                      <a:r>
                        <a:rPr lang="en-US" sz="1800" u="none" strike="noStrike" noProof="0" dirty="0"/>
                        <a:t> del </a:t>
                      </a:r>
                      <a:r>
                        <a:rPr lang="en-US" sz="1800" u="none" strike="noStrike" noProof="0" dirty="0" err="1"/>
                        <a:t>segmento</a:t>
                      </a:r>
                      <a:r>
                        <a:rPr lang="en-US" sz="1800" u="none" strike="noStrike" noProof="0" dirty="0"/>
                        <a:t> ST </a:t>
                      </a:r>
                      <a:r>
                        <a:rPr lang="en-US" sz="1800" u="none" strike="noStrike" noProof="0" dirty="0" err="1"/>
                        <a:t>durante</a:t>
                      </a:r>
                      <a:r>
                        <a:rPr lang="en-US" sz="1800" u="none" strike="noStrike" noProof="0" dirty="0"/>
                        <a:t> </a:t>
                      </a:r>
                      <a:r>
                        <a:rPr lang="en-US" sz="1800" u="none" strike="noStrike" noProof="0" dirty="0" err="1"/>
                        <a:t>el</a:t>
                      </a:r>
                      <a:r>
                        <a:rPr lang="en-US" sz="1800" u="none" strike="noStrike" noProof="0" dirty="0"/>
                        <a:t> </a:t>
                      </a:r>
                      <a:r>
                        <a:rPr lang="en-US" sz="1800" u="none" strike="noStrike" noProof="0" dirty="0" err="1"/>
                        <a:t>ejercicio</a:t>
                      </a:r>
                      <a:r>
                        <a:rPr lang="en-US" sz="1800" u="none" strike="noStrike" noProof="0" dirty="0"/>
                        <a:t> (0–2) </a:t>
                      </a:r>
                      <a:endParaRPr lang="en-US" dirty="0"/>
                    </a:p>
                  </a:txBody>
                  <a:tcPr/>
                </a:tc>
                <a:tc>
                  <a:txBody>
                    <a:bodyPr/>
                    <a:lstStyle/>
                    <a:p>
                      <a:pPr lvl="0">
                        <a:buNone/>
                      </a:pPr>
                      <a:r>
                        <a:rPr lang="en-US" dirty="0" err="1"/>
                        <a:t>Categorica</a:t>
                      </a:r>
                    </a:p>
                  </a:txBody>
                  <a:tcPr/>
                </a:tc>
                <a:extLst>
                  <a:ext uri="{0D108BD9-81ED-4DB2-BD59-A6C34878D82A}">
                    <a16:rowId xmlns:a16="http://schemas.microsoft.com/office/drawing/2014/main" val="3144387693"/>
                  </a:ext>
                </a:extLst>
              </a:tr>
              <a:tr h="370840">
                <a:tc>
                  <a:txBody>
                    <a:bodyPr/>
                    <a:lstStyle/>
                    <a:p>
                      <a:r>
                        <a:rPr lang="en-US" dirty="0"/>
                        <a:t>Ca</a:t>
                      </a:r>
                      <a:endParaRPr lang="en-US" dirty="0" err="1"/>
                    </a:p>
                  </a:txBody>
                  <a:tcPr/>
                </a:tc>
                <a:tc>
                  <a:txBody>
                    <a:bodyPr/>
                    <a:lstStyle/>
                    <a:p>
                      <a:pPr lvl="0">
                        <a:buNone/>
                      </a:pPr>
                      <a:r>
                        <a:rPr lang="en-US" sz="1800" u="none" strike="noStrike" baseline="0" noProof="0" err="1">
                          <a:solidFill>
                            <a:srgbClr val="000000"/>
                          </a:solidFill>
                        </a:rPr>
                        <a:t>Número</a:t>
                      </a:r>
                      <a:r>
                        <a:rPr lang="en-US" sz="1800" u="none" strike="noStrike" baseline="0" noProof="0" dirty="0">
                          <a:solidFill>
                            <a:srgbClr val="000000"/>
                          </a:solidFill>
                        </a:rPr>
                        <a:t> de </a:t>
                      </a:r>
                      <a:r>
                        <a:rPr lang="en-US" sz="1800" u="none" strike="noStrike" baseline="0" noProof="0" err="1">
                          <a:solidFill>
                            <a:srgbClr val="000000"/>
                          </a:solidFill>
                        </a:rPr>
                        <a:t>vasos</a:t>
                      </a:r>
                      <a:r>
                        <a:rPr lang="en-US" sz="1800" u="none" strike="noStrike" baseline="0" noProof="0" dirty="0">
                          <a:solidFill>
                            <a:srgbClr val="000000"/>
                          </a:solidFill>
                        </a:rPr>
                        <a:t> </a:t>
                      </a:r>
                      <a:r>
                        <a:rPr lang="en-US" sz="1800" u="none" strike="noStrike" baseline="0" noProof="0" err="1">
                          <a:solidFill>
                            <a:srgbClr val="000000"/>
                          </a:solidFill>
                        </a:rPr>
                        <a:t>principales</a:t>
                      </a:r>
                      <a:r>
                        <a:rPr lang="en-US" sz="1800" u="none" strike="noStrike" baseline="0" noProof="0" dirty="0">
                          <a:solidFill>
                            <a:srgbClr val="000000"/>
                          </a:solidFill>
                        </a:rPr>
                        <a:t> </a:t>
                      </a:r>
                      <a:r>
                        <a:rPr lang="en-US" sz="1800" u="none" strike="noStrike" baseline="0" noProof="0" err="1">
                          <a:solidFill>
                            <a:srgbClr val="000000"/>
                          </a:solidFill>
                        </a:rPr>
                        <a:t>coloreados</a:t>
                      </a:r>
                      <a:r>
                        <a:rPr lang="en-US" sz="1800" u="none" strike="noStrike" baseline="0" noProof="0" dirty="0">
                          <a:solidFill>
                            <a:srgbClr val="000000"/>
                          </a:solidFill>
                        </a:rPr>
                        <a:t> </a:t>
                      </a:r>
                      <a:r>
                        <a:rPr lang="en-US" sz="1800" u="none" strike="noStrike" baseline="0" noProof="0" err="1">
                          <a:solidFill>
                            <a:srgbClr val="000000"/>
                          </a:solidFill>
                        </a:rPr>
                        <a:t>por</a:t>
                      </a:r>
                      <a:r>
                        <a:rPr lang="en-US" sz="1800" u="none" strike="noStrike" baseline="0" noProof="0" dirty="0">
                          <a:solidFill>
                            <a:srgbClr val="000000"/>
                          </a:solidFill>
                        </a:rPr>
                        <a:t> </a:t>
                      </a:r>
                      <a:r>
                        <a:rPr lang="en-US" sz="1800" u="none" strike="noStrike" baseline="0" noProof="0" err="1">
                          <a:solidFill>
                            <a:srgbClr val="000000"/>
                          </a:solidFill>
                        </a:rPr>
                        <a:t>fluoroscopia</a:t>
                      </a:r>
                      <a:r>
                        <a:rPr lang="en-US" sz="1800" u="none" strike="noStrike" baseline="0" noProof="0" dirty="0">
                          <a:solidFill>
                            <a:srgbClr val="000000"/>
                          </a:solidFill>
                        </a:rPr>
                        <a:t> (0–4) </a:t>
                      </a:r>
                    </a:p>
                  </a:txBody>
                  <a:tcPr/>
                </a:tc>
                <a:tc>
                  <a:txBody>
                    <a:bodyPr/>
                    <a:lstStyle/>
                    <a:p>
                      <a:r>
                        <a:rPr lang="en-US" dirty="0"/>
                        <a:t>Numerica/</a:t>
                      </a:r>
                      <a:r>
                        <a:rPr lang="en-US" dirty="0" err="1"/>
                        <a:t>Discreta</a:t>
                      </a:r>
                      <a:endParaRPr lang="es-CO" noProof="0" dirty="0" err="1"/>
                    </a:p>
                  </a:txBody>
                  <a:tcPr/>
                </a:tc>
                <a:extLst>
                  <a:ext uri="{0D108BD9-81ED-4DB2-BD59-A6C34878D82A}">
                    <a16:rowId xmlns:a16="http://schemas.microsoft.com/office/drawing/2014/main" val="3279145204"/>
                  </a:ext>
                </a:extLst>
              </a:tr>
              <a:tr h="370840">
                <a:tc>
                  <a:txBody>
                    <a:bodyPr/>
                    <a:lstStyle/>
                    <a:p>
                      <a:r>
                        <a:rPr lang="en-US" dirty="0"/>
                        <a:t>Thal</a:t>
                      </a:r>
                      <a:endParaRPr lang="en-US" dirty="0" err="1"/>
                    </a:p>
                  </a:txBody>
                  <a:tcPr/>
                </a:tc>
                <a:tc>
                  <a:txBody>
                    <a:bodyPr/>
                    <a:lstStyle/>
                    <a:p>
                      <a:pPr lvl="0">
                        <a:buNone/>
                      </a:pPr>
                      <a:r>
                        <a:rPr lang="en-US" sz="1800" u="none" strike="noStrike" baseline="0" noProof="0" err="1">
                          <a:solidFill>
                            <a:srgbClr val="000000"/>
                          </a:solidFill>
                        </a:rPr>
                        <a:t>Número</a:t>
                      </a:r>
                      <a:r>
                        <a:rPr lang="en-US" sz="1800" u="none" strike="noStrike" baseline="0" noProof="0" dirty="0">
                          <a:solidFill>
                            <a:srgbClr val="000000"/>
                          </a:solidFill>
                        </a:rPr>
                        <a:t> de </a:t>
                      </a:r>
                      <a:r>
                        <a:rPr lang="en-US" sz="1800" u="none" strike="noStrike" baseline="0" noProof="0" err="1">
                          <a:solidFill>
                            <a:srgbClr val="000000"/>
                          </a:solidFill>
                        </a:rPr>
                        <a:t>vasos</a:t>
                      </a:r>
                      <a:r>
                        <a:rPr lang="en-US" sz="1800" u="none" strike="noStrike" baseline="0" noProof="0" dirty="0">
                          <a:solidFill>
                            <a:srgbClr val="000000"/>
                          </a:solidFill>
                        </a:rPr>
                        <a:t> </a:t>
                      </a:r>
                      <a:r>
                        <a:rPr lang="en-US" sz="1800" u="none" strike="noStrike" baseline="0" noProof="0" err="1">
                          <a:solidFill>
                            <a:srgbClr val="000000"/>
                          </a:solidFill>
                        </a:rPr>
                        <a:t>principales</a:t>
                      </a:r>
                      <a:r>
                        <a:rPr lang="en-US" sz="1800" u="none" strike="noStrike" baseline="0" noProof="0" dirty="0">
                          <a:solidFill>
                            <a:srgbClr val="000000"/>
                          </a:solidFill>
                        </a:rPr>
                        <a:t> </a:t>
                      </a:r>
                      <a:r>
                        <a:rPr lang="en-US" sz="1800" u="none" strike="noStrike" baseline="0" noProof="0" err="1">
                          <a:solidFill>
                            <a:srgbClr val="000000"/>
                          </a:solidFill>
                        </a:rPr>
                        <a:t>coloreados</a:t>
                      </a:r>
                      <a:r>
                        <a:rPr lang="en-US" sz="1800" u="none" strike="noStrike" baseline="0" noProof="0" dirty="0">
                          <a:solidFill>
                            <a:srgbClr val="000000"/>
                          </a:solidFill>
                        </a:rPr>
                        <a:t> </a:t>
                      </a:r>
                      <a:r>
                        <a:rPr lang="en-US" sz="1800" u="none" strike="noStrike" baseline="0" noProof="0" err="1">
                          <a:solidFill>
                            <a:srgbClr val="000000"/>
                          </a:solidFill>
                        </a:rPr>
                        <a:t>por</a:t>
                      </a:r>
                      <a:r>
                        <a:rPr lang="en-US" sz="1800" u="none" strike="noStrike" baseline="0" noProof="0" dirty="0">
                          <a:solidFill>
                            <a:srgbClr val="000000"/>
                          </a:solidFill>
                        </a:rPr>
                        <a:t> </a:t>
                      </a:r>
                      <a:r>
                        <a:rPr lang="en-US" sz="1800" u="none" strike="noStrike" baseline="0" noProof="0" err="1">
                          <a:solidFill>
                            <a:srgbClr val="000000"/>
                          </a:solidFill>
                        </a:rPr>
                        <a:t>fluoroscopia</a:t>
                      </a:r>
                      <a:r>
                        <a:rPr lang="en-US" sz="1800" u="none" strike="noStrike" baseline="0" noProof="0" dirty="0">
                          <a:solidFill>
                            <a:srgbClr val="000000"/>
                          </a:solidFill>
                        </a:rPr>
                        <a:t> (0–4) </a:t>
                      </a:r>
                    </a:p>
                  </a:txBody>
                  <a:tcPr/>
                </a:tc>
                <a:tc>
                  <a:txBody>
                    <a:bodyPr/>
                    <a:lstStyle/>
                    <a:p>
                      <a:r>
                        <a:rPr lang="en-US" dirty="0" err="1"/>
                        <a:t>Categorica</a:t>
                      </a:r>
                    </a:p>
                  </a:txBody>
                  <a:tcPr/>
                </a:tc>
                <a:extLst>
                  <a:ext uri="{0D108BD9-81ED-4DB2-BD59-A6C34878D82A}">
                    <a16:rowId xmlns:a16="http://schemas.microsoft.com/office/drawing/2014/main" val="1039089075"/>
                  </a:ext>
                </a:extLst>
              </a:tr>
              <a:tr h="370840">
                <a:tc>
                  <a:txBody>
                    <a:bodyPr/>
                    <a:lstStyle/>
                    <a:p>
                      <a:pPr lvl="0">
                        <a:buNone/>
                      </a:pPr>
                      <a:r>
                        <a:rPr lang="en-US" sz="1800" u="none" strike="noStrike" noProof="0" dirty="0"/>
                        <a:t>Target</a:t>
                      </a:r>
                      <a:endParaRPr lang="es-ES" sz="1200" u="none" strike="noStrike" noProof="0">
                        <a:solidFill>
                          <a:srgbClr val="000000"/>
                        </a:solidFill>
                      </a:endParaRPr>
                    </a:p>
                  </a:txBody>
                  <a:tcPr/>
                </a:tc>
                <a:tc>
                  <a:txBody>
                    <a:bodyPr/>
                    <a:lstStyle/>
                    <a:p>
                      <a:pPr lvl="0">
                        <a:buNone/>
                      </a:pPr>
                      <a:r>
                        <a:rPr lang="en-US" sz="1800" u="none" strike="noStrike" baseline="0" noProof="0" err="1">
                          <a:solidFill>
                            <a:srgbClr val="000000"/>
                          </a:solidFill>
                        </a:rPr>
                        <a:t>Diagnóstico</a:t>
                      </a:r>
                      <a:r>
                        <a:rPr lang="en-US" sz="1800" u="none" strike="noStrike" baseline="0" noProof="0" dirty="0">
                          <a:solidFill>
                            <a:srgbClr val="000000"/>
                          </a:solidFill>
                        </a:rPr>
                        <a:t> de </a:t>
                      </a:r>
                      <a:r>
                        <a:rPr lang="en-US" sz="1800" u="none" strike="noStrike" baseline="0" noProof="0" err="1">
                          <a:solidFill>
                            <a:srgbClr val="000000"/>
                          </a:solidFill>
                        </a:rPr>
                        <a:t>enfermedad</a:t>
                      </a:r>
                      <a:r>
                        <a:rPr lang="en-US" sz="1800" u="none" strike="noStrike" baseline="0" noProof="0" dirty="0">
                          <a:solidFill>
                            <a:srgbClr val="000000"/>
                          </a:solidFill>
                        </a:rPr>
                        <a:t> </a:t>
                      </a:r>
                      <a:r>
                        <a:rPr lang="en-US" sz="1800" u="none" strike="noStrike" baseline="0" noProof="0" err="1">
                          <a:solidFill>
                            <a:srgbClr val="000000"/>
                          </a:solidFill>
                        </a:rPr>
                        <a:t>cardíaca</a:t>
                      </a:r>
                      <a:r>
                        <a:rPr lang="en-US" sz="1800" u="none" strike="noStrike" baseline="0" noProof="0" dirty="0">
                          <a:solidFill>
                            <a:srgbClr val="000000"/>
                          </a:solidFill>
                        </a:rPr>
                        <a:t> (0 = no, 1 = </a:t>
                      </a:r>
                      <a:r>
                        <a:rPr lang="en-US" sz="1800" u="none" strike="noStrike" baseline="0" noProof="0" err="1">
                          <a:solidFill>
                            <a:srgbClr val="000000"/>
                          </a:solidFill>
                        </a:rPr>
                        <a:t>sí</a:t>
                      </a:r>
                      <a:r>
                        <a:rPr lang="en-US" sz="1800" u="none" strike="noStrike" baseline="0" noProof="0" dirty="0">
                          <a:solidFill>
                            <a:srgbClr val="000000"/>
                          </a:solidFill>
                        </a:rPr>
                        <a:t>) </a:t>
                      </a:r>
                      <a:endParaRPr lang="en-US"/>
                    </a:p>
                  </a:txBody>
                  <a:tcPr/>
                </a:tc>
                <a:tc>
                  <a:txBody>
                    <a:bodyPr/>
                    <a:lstStyle/>
                    <a:p>
                      <a:r>
                        <a:rPr lang="en-US" dirty="0" err="1"/>
                        <a:t>Binaria</a:t>
                      </a:r>
                      <a:r>
                        <a:rPr lang="en-US" dirty="0"/>
                        <a:t> (Etiqueta)</a:t>
                      </a:r>
                      <a:endParaRPr lang="en-US" dirty="0" err="1"/>
                    </a:p>
                  </a:txBody>
                  <a:tcPr/>
                </a:tc>
                <a:extLst>
                  <a:ext uri="{0D108BD9-81ED-4DB2-BD59-A6C34878D82A}">
                    <a16:rowId xmlns:a16="http://schemas.microsoft.com/office/drawing/2014/main" val="1406818117"/>
                  </a:ext>
                </a:extLst>
              </a:tr>
            </a:tbl>
          </a:graphicData>
        </a:graphic>
      </p:graphicFrame>
    </p:spTree>
    <p:extLst>
      <p:ext uri="{BB962C8B-B14F-4D97-AF65-F5344CB8AC3E}">
        <p14:creationId xmlns:p14="http://schemas.microsoft.com/office/powerpoint/2010/main" val="507274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291133-2B2D-CB5C-25A3-A6BBC6AC48F6}"/>
              </a:ext>
            </a:extLst>
          </p:cNvPr>
          <p:cNvSpPr>
            <a:spLocks noGrp="1"/>
          </p:cNvSpPr>
          <p:nvPr>
            <p:ph type="title"/>
          </p:nvPr>
        </p:nvSpPr>
        <p:spPr/>
        <p:txBody>
          <a:bodyPr rtlCol="0"/>
          <a:lstStyle>
            <a:defPPr>
              <a:defRPr lang="es-ES"/>
            </a:defPPr>
          </a:lstStyle>
          <a:p>
            <a:r>
              <a:rPr lang="es-ES" dirty="0"/>
              <a:t>Diseño experimental</a:t>
            </a:r>
            <a:endParaRPr lang="en-US" dirty="0"/>
          </a:p>
        </p:txBody>
      </p:sp>
      <p:sp>
        <p:nvSpPr>
          <p:cNvPr id="10" name="Marcador de pie de página 9">
            <a:extLst>
              <a:ext uri="{FF2B5EF4-FFF2-40B4-BE49-F238E27FC236}">
                <a16:creationId xmlns:a16="http://schemas.microsoft.com/office/drawing/2014/main" id="{15C361D4-2114-E276-681B-0EDACAD8E3D4}"/>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3" name="Marcador de texto 2">
            <a:extLst>
              <a:ext uri="{FF2B5EF4-FFF2-40B4-BE49-F238E27FC236}">
                <a16:creationId xmlns:a16="http://schemas.microsoft.com/office/drawing/2014/main" id="{330480BD-3EF5-7A7E-9E81-E73191A1D49D}"/>
              </a:ext>
            </a:extLst>
          </p:cNvPr>
          <p:cNvSpPr>
            <a:spLocks noGrp="1"/>
          </p:cNvSpPr>
          <p:nvPr>
            <p:ph type="body" sz="quarter" idx="13"/>
          </p:nvPr>
        </p:nvSpPr>
        <p:spPr>
          <a:xfrm>
            <a:off x="366195" y="3440321"/>
            <a:ext cx="4828032" cy="490538"/>
          </a:xfrm>
        </p:spPr>
        <p:txBody>
          <a:bodyPr vert="horz" lIns="91440" tIns="45720" rIns="91440" bIns="45720" rtlCol="0" anchor="t">
            <a:noAutofit/>
          </a:bodyPr>
          <a:lstStyle>
            <a:defPPr>
              <a:defRPr lang="es-ES"/>
            </a:defPPr>
          </a:lstStyle>
          <a:p>
            <a:r>
              <a:rPr lang="es-ES" dirty="0"/>
              <a:t>Técnicas utilizadas</a:t>
            </a:r>
            <a:endParaRPr lang="en-US" dirty="0"/>
          </a:p>
          <a:p>
            <a:pPr rtl="0"/>
            <a:endParaRPr lang="es-ES"/>
          </a:p>
        </p:txBody>
      </p:sp>
      <p:sp>
        <p:nvSpPr>
          <p:cNvPr id="4" name="Marcador de texto 3">
            <a:extLst>
              <a:ext uri="{FF2B5EF4-FFF2-40B4-BE49-F238E27FC236}">
                <a16:creationId xmlns:a16="http://schemas.microsoft.com/office/drawing/2014/main" id="{C86737C8-4322-77C9-4E34-94E5EE136DBC}"/>
              </a:ext>
            </a:extLst>
          </p:cNvPr>
          <p:cNvSpPr>
            <a:spLocks noGrp="1"/>
          </p:cNvSpPr>
          <p:nvPr>
            <p:ph type="body" sz="quarter" idx="15"/>
          </p:nvPr>
        </p:nvSpPr>
        <p:spPr/>
        <p:txBody>
          <a:bodyPr vert="horz" lIns="91440" tIns="45720" rIns="91440" bIns="45720" rtlCol="0" anchor="t">
            <a:noAutofit/>
          </a:bodyPr>
          <a:lstStyle>
            <a:defPPr>
              <a:defRPr lang="es-ES"/>
            </a:defPPr>
          </a:lstStyle>
          <a:p>
            <a:pPr marL="283210" indent="-283210"/>
            <a:r>
              <a:rPr lang="es-ES" dirty="0" err="1">
                <a:ea typeface="+mn-lt"/>
                <a:cs typeface="+mn-lt"/>
              </a:rPr>
              <a:t>Random</a:t>
            </a:r>
            <a:r>
              <a:rPr lang="es-ES" dirty="0">
                <a:ea typeface="+mn-lt"/>
                <a:cs typeface="+mn-lt"/>
              </a:rPr>
              <a:t> Forest</a:t>
            </a:r>
            <a:endParaRPr lang="en-US" dirty="0"/>
          </a:p>
          <a:p>
            <a:pPr marL="283210" indent="-283210"/>
            <a:r>
              <a:rPr lang="es-ES" dirty="0" err="1">
                <a:ea typeface="+mn-lt"/>
                <a:cs typeface="+mn-lt"/>
              </a:rPr>
              <a:t>Support</a:t>
            </a:r>
            <a:r>
              <a:rPr lang="es-ES" dirty="0">
                <a:ea typeface="+mn-lt"/>
                <a:cs typeface="+mn-lt"/>
              </a:rPr>
              <a:t> Vector Machine (SVM)</a:t>
            </a:r>
            <a:endParaRPr lang="es-ES" dirty="0"/>
          </a:p>
          <a:p>
            <a:pPr marL="283210" indent="-283210"/>
            <a:r>
              <a:rPr lang="es-ES" dirty="0">
                <a:ea typeface="+mn-lt"/>
                <a:cs typeface="+mn-lt"/>
              </a:rPr>
              <a:t>Multi-</a:t>
            </a:r>
            <a:r>
              <a:rPr lang="es-ES" dirty="0" err="1">
                <a:ea typeface="+mn-lt"/>
                <a:cs typeface="+mn-lt"/>
              </a:rPr>
              <a:t>Layer</a:t>
            </a:r>
            <a:r>
              <a:rPr lang="es-ES" dirty="0">
                <a:ea typeface="+mn-lt"/>
                <a:cs typeface="+mn-lt"/>
              </a:rPr>
              <a:t> </a:t>
            </a:r>
            <a:r>
              <a:rPr lang="es-ES" dirty="0" err="1">
                <a:ea typeface="+mn-lt"/>
                <a:cs typeface="+mn-lt"/>
              </a:rPr>
              <a:t>Perceptron</a:t>
            </a:r>
            <a:r>
              <a:rPr lang="es-ES" dirty="0">
                <a:ea typeface="+mn-lt"/>
                <a:cs typeface="+mn-lt"/>
              </a:rPr>
              <a:t> (MLP)</a:t>
            </a:r>
            <a:endParaRPr lang="es-ES" dirty="0"/>
          </a:p>
        </p:txBody>
      </p:sp>
      <p:sp>
        <p:nvSpPr>
          <p:cNvPr id="11" name="Marcador de número de diapositiva 10">
            <a:extLst>
              <a:ext uri="{FF2B5EF4-FFF2-40B4-BE49-F238E27FC236}">
                <a16:creationId xmlns:a16="http://schemas.microsoft.com/office/drawing/2014/main" id="{F8FC4DAD-8F22-40DC-8133-22BF52217FB8}"/>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8</a:t>
            </a:fld>
            <a:endParaRPr lang="es-ES"/>
          </a:p>
        </p:txBody>
      </p:sp>
      <p:sp>
        <p:nvSpPr>
          <p:cNvPr id="9" name="Marcador de texto 2">
            <a:extLst>
              <a:ext uri="{FF2B5EF4-FFF2-40B4-BE49-F238E27FC236}">
                <a16:creationId xmlns:a16="http://schemas.microsoft.com/office/drawing/2014/main" id="{827B7E6D-AB8D-657E-C854-16121CF83DD5}"/>
              </a:ext>
            </a:extLst>
          </p:cNvPr>
          <p:cNvSpPr txBox="1">
            <a:spLocks/>
          </p:cNvSpPr>
          <p:nvPr/>
        </p:nvSpPr>
        <p:spPr>
          <a:xfrm>
            <a:off x="5471595" y="3440322"/>
            <a:ext cx="4828032" cy="490538"/>
          </a:xfrm>
          <a:prstGeom prst="rect">
            <a:avLst/>
          </a:prstGeom>
        </p:spPr>
        <p:txBody>
          <a:bodyPr vert="horz" lIns="91440" tIns="45720" rIns="91440" bIns="45720" rtlCol="0" anchor="t">
            <a:noAutofit/>
          </a:bodyPr>
          <a:lstStyle>
            <a:defPPr>
              <a:defRPr lang="es-ES"/>
            </a:defPPr>
            <a:lvl1pPr marL="0" indent="0" algn="l" defTabSz="914400" rtl="0" eaLnBrk="1" latinLnBrk="0" hangingPunct="1">
              <a:lnSpc>
                <a:spcPct val="100000"/>
              </a:lnSpc>
              <a:spcBef>
                <a:spcPts val="0"/>
              </a:spcBef>
              <a:buFont typeface="Arial" panose="020B0604020202020204" pitchFamily="34" charset="0"/>
              <a:buNone/>
              <a:defRPr lang="es-ES" sz="22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r>
              <a:rPr lang="en-US" dirty="0" err="1"/>
              <a:t>Evaluación</a:t>
            </a:r>
          </a:p>
          <a:p>
            <a:endParaRPr lang="en-US"/>
          </a:p>
        </p:txBody>
      </p:sp>
      <p:sp>
        <p:nvSpPr>
          <p:cNvPr id="13" name="Marcador de texto 3">
            <a:extLst>
              <a:ext uri="{FF2B5EF4-FFF2-40B4-BE49-F238E27FC236}">
                <a16:creationId xmlns:a16="http://schemas.microsoft.com/office/drawing/2014/main" id="{38320FC0-A237-A7FB-9869-AAC32BF64101}"/>
              </a:ext>
            </a:extLst>
          </p:cNvPr>
          <p:cNvSpPr txBox="1">
            <a:spLocks/>
          </p:cNvSpPr>
          <p:nvPr/>
        </p:nvSpPr>
        <p:spPr>
          <a:xfrm>
            <a:off x="5471160" y="3931921"/>
            <a:ext cx="4754880" cy="1682750"/>
          </a:xfrm>
          <a:prstGeom prst="rect">
            <a:avLst/>
          </a:prstGeom>
        </p:spPr>
        <p:txBody>
          <a:bodyPr vert="horz" lIns="91440" tIns="45720" rIns="91440" bIns="45720" rtlCol="0" anchor="t">
            <a:noAutofit/>
          </a:bodyPr>
          <a:lstStyle>
            <a:defPPr>
              <a:defRPr lang="es-ES"/>
            </a:defPPr>
            <a:lvl1pPr marL="283464"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283210" indent="-283210"/>
            <a:r>
              <a:rPr lang="en-US" dirty="0" err="1">
                <a:ea typeface="+mn-lt"/>
                <a:cs typeface="+mn-lt"/>
              </a:rPr>
              <a:t>Validación</a:t>
            </a:r>
            <a:r>
              <a:rPr lang="en-US" dirty="0">
                <a:ea typeface="+mn-lt"/>
                <a:cs typeface="+mn-lt"/>
              </a:rPr>
              <a:t> </a:t>
            </a:r>
            <a:r>
              <a:rPr lang="en-US" dirty="0" err="1">
                <a:ea typeface="+mn-lt"/>
                <a:cs typeface="+mn-lt"/>
              </a:rPr>
              <a:t>tipo</a:t>
            </a:r>
            <a:r>
              <a:rPr lang="en-US" dirty="0">
                <a:ea typeface="+mn-lt"/>
                <a:cs typeface="+mn-lt"/>
              </a:rPr>
              <a:t> “Split Validation”</a:t>
            </a:r>
            <a:endParaRPr lang="en-US" dirty="0"/>
          </a:p>
          <a:p>
            <a:pPr marL="283210" indent="-283210"/>
            <a:r>
              <a:rPr lang="en-US" dirty="0">
                <a:ea typeface="+mn-lt"/>
                <a:cs typeface="+mn-lt"/>
              </a:rPr>
              <a:t>70% </a:t>
            </a:r>
            <a:r>
              <a:rPr lang="en-US" dirty="0" err="1">
                <a:ea typeface="+mn-lt"/>
                <a:cs typeface="+mn-lt"/>
              </a:rPr>
              <a:t>entrenamiento</a:t>
            </a:r>
            <a:r>
              <a:rPr lang="en-US" dirty="0">
                <a:ea typeface="+mn-lt"/>
                <a:cs typeface="+mn-lt"/>
              </a:rPr>
              <a:t> / 30% </a:t>
            </a:r>
            <a:r>
              <a:rPr lang="en-US" dirty="0" err="1">
                <a:ea typeface="+mn-lt"/>
                <a:cs typeface="+mn-lt"/>
              </a:rPr>
              <a:t>prueba</a:t>
            </a:r>
            <a:endParaRPr lang="en-US" dirty="0" err="1"/>
          </a:p>
        </p:txBody>
      </p:sp>
      <p:sp>
        <p:nvSpPr>
          <p:cNvPr id="14" name="Marcador de texto 3">
            <a:extLst>
              <a:ext uri="{FF2B5EF4-FFF2-40B4-BE49-F238E27FC236}">
                <a16:creationId xmlns:a16="http://schemas.microsoft.com/office/drawing/2014/main" id="{B00EE5AB-3B7B-B44C-4334-8BDE42F5E5CC}"/>
              </a:ext>
            </a:extLst>
          </p:cNvPr>
          <p:cNvSpPr txBox="1">
            <a:spLocks/>
          </p:cNvSpPr>
          <p:nvPr/>
        </p:nvSpPr>
        <p:spPr>
          <a:xfrm>
            <a:off x="1780903" y="5717178"/>
            <a:ext cx="8162108" cy="1682750"/>
          </a:xfrm>
          <a:prstGeom prst="rect">
            <a:avLst/>
          </a:prstGeom>
        </p:spPr>
        <p:txBody>
          <a:bodyPr vert="horz" lIns="91440" tIns="45720" rIns="91440" bIns="45720" rtlCol="0" anchor="t">
            <a:noAutofit/>
          </a:bodyPr>
          <a:lstStyle>
            <a:defPPr>
              <a:defRPr lang="es-ES"/>
            </a:defPPr>
            <a:lvl1pPr marL="283464"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buNone/>
            </a:pPr>
            <a:r>
              <a:rPr lang="en-US" b="1" err="1">
                <a:ea typeface="+mn-lt"/>
                <a:cs typeface="+mn-lt"/>
              </a:rPr>
              <a:t>Hiperparámetros</a:t>
            </a:r>
            <a:r>
              <a:rPr lang="en-US" b="1" dirty="0">
                <a:ea typeface="+mn-lt"/>
                <a:cs typeface="+mn-lt"/>
              </a:rPr>
              <a:t>: </a:t>
            </a:r>
            <a:r>
              <a:rPr lang="en-US" dirty="0">
                <a:ea typeface="+mn-lt"/>
                <a:cs typeface="+mn-lt"/>
              </a:rPr>
              <a:t>Cada </a:t>
            </a:r>
            <a:r>
              <a:rPr lang="en-US" err="1">
                <a:ea typeface="+mn-lt"/>
                <a:cs typeface="+mn-lt"/>
              </a:rPr>
              <a:t>modelo</a:t>
            </a:r>
            <a:r>
              <a:rPr lang="en-US" dirty="0">
                <a:ea typeface="+mn-lt"/>
                <a:cs typeface="+mn-lt"/>
              </a:rPr>
              <a:t> </a:t>
            </a:r>
            <a:r>
              <a:rPr lang="en-US" err="1">
                <a:ea typeface="+mn-lt"/>
                <a:cs typeface="+mn-lt"/>
              </a:rPr>
              <a:t>fue</a:t>
            </a:r>
            <a:r>
              <a:rPr lang="en-US" dirty="0">
                <a:ea typeface="+mn-lt"/>
                <a:cs typeface="+mn-lt"/>
              </a:rPr>
              <a:t> </a:t>
            </a:r>
            <a:r>
              <a:rPr lang="en-US" err="1">
                <a:ea typeface="+mn-lt"/>
                <a:cs typeface="+mn-lt"/>
              </a:rPr>
              <a:t>evaluado</a:t>
            </a:r>
            <a:r>
              <a:rPr lang="en-US" dirty="0">
                <a:ea typeface="+mn-lt"/>
                <a:cs typeface="+mn-lt"/>
              </a:rPr>
              <a:t> con 3 </a:t>
            </a:r>
            <a:r>
              <a:rPr lang="en-US" err="1">
                <a:ea typeface="+mn-lt"/>
                <a:cs typeface="+mn-lt"/>
              </a:rPr>
              <a:t>hiperparámetros</a:t>
            </a:r>
            <a:r>
              <a:rPr lang="en-US" dirty="0">
                <a:ea typeface="+mn-lt"/>
                <a:cs typeface="+mn-lt"/>
              </a:rPr>
              <a:t> </a:t>
            </a:r>
            <a:r>
              <a:rPr lang="en-US" err="1">
                <a:ea typeface="+mn-lt"/>
                <a:cs typeface="+mn-lt"/>
              </a:rPr>
              <a:t>distintos</a:t>
            </a:r>
            <a:r>
              <a:rPr lang="en-US" dirty="0">
                <a:ea typeface="+mn-lt"/>
                <a:cs typeface="+mn-lt"/>
              </a:rPr>
              <a:t> (dos </a:t>
            </a:r>
            <a:r>
              <a:rPr lang="en-US" err="1">
                <a:ea typeface="+mn-lt"/>
                <a:cs typeface="+mn-lt"/>
              </a:rPr>
              <a:t>valores</a:t>
            </a:r>
            <a:r>
              <a:rPr lang="en-US" dirty="0">
                <a:ea typeface="+mn-lt"/>
                <a:cs typeface="+mn-lt"/>
              </a:rPr>
              <a:t> </a:t>
            </a:r>
            <a:r>
              <a:rPr lang="en-US" err="1">
                <a:ea typeface="+mn-lt"/>
                <a:cs typeface="+mn-lt"/>
              </a:rPr>
              <a:t>cada</a:t>
            </a:r>
            <a:r>
              <a:rPr lang="en-US" dirty="0">
                <a:ea typeface="+mn-lt"/>
                <a:cs typeface="+mn-lt"/>
              </a:rPr>
              <a:t> uno).</a:t>
            </a:r>
            <a:endParaRPr lang="en-US" dirty="0">
              <a:cs typeface="Arial"/>
            </a:endParaRPr>
          </a:p>
        </p:txBody>
      </p:sp>
    </p:spTree>
    <p:extLst>
      <p:ext uri="{BB962C8B-B14F-4D97-AF65-F5344CB8AC3E}">
        <p14:creationId xmlns:p14="http://schemas.microsoft.com/office/powerpoint/2010/main" val="901526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F44CE-C6BD-A78B-CFD9-A470EE53A2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385340-79F3-1788-5F38-D0D0D6405E51}"/>
              </a:ext>
            </a:extLst>
          </p:cNvPr>
          <p:cNvSpPr>
            <a:spLocks noGrp="1"/>
          </p:cNvSpPr>
          <p:nvPr>
            <p:ph type="title"/>
          </p:nvPr>
        </p:nvSpPr>
        <p:spPr>
          <a:xfrm>
            <a:off x="293485" y="903016"/>
            <a:ext cx="11895908" cy="704088"/>
          </a:xfrm>
        </p:spPr>
        <p:txBody>
          <a:bodyPr rtlCol="0"/>
          <a:lstStyle>
            <a:defPPr>
              <a:defRPr lang="es-ES"/>
            </a:defPPr>
          </a:lstStyle>
          <a:p>
            <a:r>
              <a:rPr lang="es-ES" dirty="0">
                <a:ea typeface="+mj-lt"/>
                <a:cs typeface="+mj-lt"/>
              </a:rPr>
              <a:t>Entrenamiento - </a:t>
            </a:r>
            <a:r>
              <a:rPr lang="es-ES" dirty="0" err="1">
                <a:ea typeface="+mj-lt"/>
                <a:cs typeface="+mj-lt"/>
              </a:rPr>
              <a:t>Random</a:t>
            </a:r>
            <a:r>
              <a:rPr lang="es-ES" dirty="0">
                <a:ea typeface="+mj-lt"/>
                <a:cs typeface="+mj-lt"/>
              </a:rPr>
              <a:t> Forest</a:t>
            </a:r>
            <a:endParaRPr lang="en-US" dirty="0"/>
          </a:p>
        </p:txBody>
      </p:sp>
      <p:sp>
        <p:nvSpPr>
          <p:cNvPr id="12" name="Marcador de pie de página 11">
            <a:extLst>
              <a:ext uri="{FF2B5EF4-FFF2-40B4-BE49-F238E27FC236}">
                <a16:creationId xmlns:a16="http://schemas.microsoft.com/office/drawing/2014/main" id="{02B12CC8-C9EE-A913-ED55-723C04046337}"/>
              </a:ext>
            </a:extLst>
          </p:cNvPr>
          <p:cNvSpPr>
            <a:spLocks noGrp="1"/>
          </p:cNvSpPr>
          <p:nvPr>
            <p:ph type="ftr" sz="quarter" idx="11"/>
          </p:nvPr>
        </p:nvSpPr>
        <p:spPr/>
        <p:txBody>
          <a:bodyPr rtlCol="0"/>
          <a:lstStyle>
            <a:defPPr>
              <a:defRPr lang="es-ES"/>
            </a:defPPr>
          </a:lstStyle>
          <a:p>
            <a:r>
              <a:rPr lang="es-ES" dirty="0">
                <a:ea typeface="+mn-lt"/>
                <a:cs typeface="+mn-lt"/>
              </a:rPr>
              <a:t>Aprendizaje de maquina</a:t>
            </a:r>
            <a:endParaRPr lang="en-US" dirty="0"/>
          </a:p>
        </p:txBody>
      </p:sp>
      <p:sp>
        <p:nvSpPr>
          <p:cNvPr id="4" name="Marcador de texto 3">
            <a:extLst>
              <a:ext uri="{FF2B5EF4-FFF2-40B4-BE49-F238E27FC236}">
                <a16:creationId xmlns:a16="http://schemas.microsoft.com/office/drawing/2014/main" id="{A5710528-864D-1CA4-34FA-AC0E30A91309}"/>
              </a:ext>
            </a:extLst>
          </p:cNvPr>
          <p:cNvSpPr>
            <a:spLocks noGrp="1"/>
          </p:cNvSpPr>
          <p:nvPr>
            <p:ph type="body" sz="quarter" idx="13"/>
          </p:nvPr>
        </p:nvSpPr>
        <p:spPr>
          <a:xfrm>
            <a:off x="8290046" y="1824210"/>
            <a:ext cx="6439684" cy="490538"/>
          </a:xfrm>
        </p:spPr>
        <p:txBody>
          <a:bodyPr vert="horz" lIns="91440" tIns="45720" rIns="91440" bIns="45720" rtlCol="0" anchor="t">
            <a:noAutofit/>
          </a:bodyPr>
          <a:lstStyle>
            <a:defPPr>
              <a:defRPr lang="es-ES"/>
            </a:defPPr>
          </a:lstStyle>
          <a:p>
            <a:r>
              <a:rPr lang="es-ES"/>
              <a:t>Proceso en </a:t>
            </a:r>
            <a:r>
              <a:rPr lang="es-ES" err="1"/>
              <a:t>rapidminer</a:t>
            </a:r>
            <a:endParaRPr lang="es-ES" err="1">
              <a:cs typeface="Arial"/>
            </a:endParaRPr>
          </a:p>
        </p:txBody>
      </p:sp>
      <p:sp>
        <p:nvSpPr>
          <p:cNvPr id="13" name="Marcador de número de diapositiva 12">
            <a:extLst>
              <a:ext uri="{FF2B5EF4-FFF2-40B4-BE49-F238E27FC236}">
                <a16:creationId xmlns:a16="http://schemas.microsoft.com/office/drawing/2014/main" id="{BCA74EA7-D86D-4E85-DA03-4290D3F6B448}"/>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t>9</a:t>
            </a:fld>
            <a:endParaRPr lang="es-ES"/>
          </a:p>
        </p:txBody>
      </p:sp>
      <p:pic>
        <p:nvPicPr>
          <p:cNvPr id="3" name="Imagen 2" descr="Diagrama&#10;&#10;El contenido generado por IA puede ser incorrecto.">
            <a:extLst>
              <a:ext uri="{FF2B5EF4-FFF2-40B4-BE49-F238E27FC236}">
                <a16:creationId xmlns:a16="http://schemas.microsoft.com/office/drawing/2014/main" id="{86B350D5-BE0B-CF74-60EE-0DDFE9930D8E}"/>
              </a:ext>
            </a:extLst>
          </p:cNvPr>
          <p:cNvPicPr>
            <a:picLocks noChangeAspect="1"/>
          </p:cNvPicPr>
          <p:nvPr/>
        </p:nvPicPr>
        <p:blipFill>
          <a:blip r:embed="rId3"/>
          <a:stretch>
            <a:fillRect/>
          </a:stretch>
        </p:blipFill>
        <p:spPr>
          <a:xfrm>
            <a:off x="93586" y="2237974"/>
            <a:ext cx="10315575" cy="2657475"/>
          </a:xfrm>
          <a:prstGeom prst="rect">
            <a:avLst/>
          </a:prstGeom>
        </p:spPr>
      </p:pic>
      <p:pic>
        <p:nvPicPr>
          <p:cNvPr id="5" name="Imagen 4" descr="Escala de tiempo&#10;&#10;El contenido generado por IA puede ser incorrecto.">
            <a:extLst>
              <a:ext uri="{FF2B5EF4-FFF2-40B4-BE49-F238E27FC236}">
                <a16:creationId xmlns:a16="http://schemas.microsoft.com/office/drawing/2014/main" id="{5C4890D6-35A7-6E53-7AA6-7D41CF8DABF7}"/>
              </a:ext>
            </a:extLst>
          </p:cNvPr>
          <p:cNvPicPr>
            <a:picLocks noChangeAspect="1"/>
          </p:cNvPicPr>
          <p:nvPr/>
        </p:nvPicPr>
        <p:blipFill>
          <a:blip r:embed="rId4"/>
          <a:stretch>
            <a:fillRect/>
          </a:stretch>
        </p:blipFill>
        <p:spPr>
          <a:xfrm>
            <a:off x="1930763" y="4652331"/>
            <a:ext cx="10258425" cy="1905000"/>
          </a:xfrm>
          <a:prstGeom prst="rect">
            <a:avLst/>
          </a:prstGeom>
        </p:spPr>
      </p:pic>
    </p:spTree>
    <p:extLst>
      <p:ext uri="{BB962C8B-B14F-4D97-AF65-F5344CB8AC3E}">
        <p14:creationId xmlns:p14="http://schemas.microsoft.com/office/powerpoint/2010/main" val="300334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4FE6A-9CAD-52B7-915A-4C83D0F8E1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FB2A75-94F8-B617-BC86-8F8B05B342E8}"/>
              </a:ext>
            </a:extLst>
          </p:cNvPr>
          <p:cNvSpPr>
            <a:spLocks noGrp="1"/>
          </p:cNvSpPr>
          <p:nvPr>
            <p:ph type="title"/>
          </p:nvPr>
        </p:nvSpPr>
        <p:spPr>
          <a:xfrm>
            <a:off x="972019" y="903016"/>
            <a:ext cx="11217374" cy="714248"/>
          </a:xfrm>
        </p:spPr>
        <p:txBody>
          <a:bodyPr rtlCol="0"/>
          <a:lstStyle>
            <a:defPPr>
              <a:defRPr lang="es-ES"/>
            </a:defPPr>
          </a:lstStyle>
          <a:p>
            <a:pPr algn="r"/>
            <a:r>
              <a:rPr lang="es-ES"/>
              <a:t>Entrenamiento </a:t>
            </a:r>
            <a:r>
              <a:rPr lang="es-ES">
                <a:ea typeface="+mj-lt"/>
                <a:cs typeface="+mj-lt"/>
              </a:rPr>
              <a:t>– RANDOM FOREST</a:t>
            </a:r>
            <a:endParaRPr lang="es-ES">
              <a:cs typeface="Arial"/>
            </a:endParaRPr>
          </a:p>
        </p:txBody>
      </p:sp>
      <p:sp>
        <p:nvSpPr>
          <p:cNvPr id="12" name="Marcador de pie de página 11">
            <a:extLst>
              <a:ext uri="{FF2B5EF4-FFF2-40B4-BE49-F238E27FC236}">
                <a16:creationId xmlns:a16="http://schemas.microsoft.com/office/drawing/2014/main" id="{7548B1ED-EA49-913E-5179-417E221E329E}"/>
              </a:ext>
            </a:extLst>
          </p:cNvPr>
          <p:cNvSpPr>
            <a:spLocks noGrp="1"/>
          </p:cNvSpPr>
          <p:nvPr>
            <p:ph type="ftr" sz="quarter" idx="11"/>
          </p:nvPr>
        </p:nvSpPr>
        <p:spPr/>
        <p:txBody>
          <a:bodyPr rtlCol="0"/>
          <a:lstStyle>
            <a:defPPr>
              <a:defRPr lang="es-ES"/>
            </a:defPPr>
          </a:lstStyle>
          <a:p>
            <a:r>
              <a:rPr lang="es-ES">
                <a:solidFill>
                  <a:srgbClr val="3B4546"/>
                </a:solidFill>
              </a:rPr>
              <a:t>Aprendizaje de maquina</a:t>
            </a:r>
            <a:endParaRPr lang="en-US"/>
          </a:p>
        </p:txBody>
      </p:sp>
      <p:sp>
        <p:nvSpPr>
          <p:cNvPr id="4" name="Marcador de texto 3">
            <a:extLst>
              <a:ext uri="{FF2B5EF4-FFF2-40B4-BE49-F238E27FC236}">
                <a16:creationId xmlns:a16="http://schemas.microsoft.com/office/drawing/2014/main" id="{95563CFF-439C-B3D8-7980-839D4E64AF85}"/>
              </a:ext>
            </a:extLst>
          </p:cNvPr>
          <p:cNvSpPr>
            <a:spLocks noGrp="1"/>
          </p:cNvSpPr>
          <p:nvPr>
            <p:ph type="body" sz="quarter" idx="13"/>
          </p:nvPr>
        </p:nvSpPr>
        <p:spPr>
          <a:xfrm>
            <a:off x="495612" y="2595390"/>
            <a:ext cx="6439684" cy="490538"/>
          </a:xfrm>
        </p:spPr>
        <p:txBody>
          <a:bodyPr vert="horz" lIns="91440" tIns="45720" rIns="91440" bIns="45720" rtlCol="0" anchor="t">
            <a:noAutofit/>
          </a:bodyPr>
          <a:lstStyle>
            <a:defPPr>
              <a:defRPr lang="es-ES"/>
            </a:defPPr>
          </a:lstStyle>
          <a:p>
            <a:r>
              <a:rPr lang="es-ES"/>
              <a:t>Matriz de confusión y </a:t>
            </a:r>
            <a:r>
              <a:rPr lang="es-ES" err="1"/>
              <a:t>metricas</a:t>
            </a:r>
            <a:endParaRPr lang="es-ES" err="1">
              <a:cs typeface="Arial"/>
            </a:endParaRPr>
          </a:p>
        </p:txBody>
      </p:sp>
      <p:sp>
        <p:nvSpPr>
          <p:cNvPr id="13" name="Marcador de número de diapositiva 12">
            <a:extLst>
              <a:ext uri="{FF2B5EF4-FFF2-40B4-BE49-F238E27FC236}">
                <a16:creationId xmlns:a16="http://schemas.microsoft.com/office/drawing/2014/main" id="{A7D9BD15-7956-D4BA-9BFB-8AC4CF131EE2}"/>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t>10</a:t>
            </a:fld>
            <a:endParaRPr lang="es-ES"/>
          </a:p>
        </p:txBody>
      </p:sp>
      <p:pic>
        <p:nvPicPr>
          <p:cNvPr id="3" name="Imagen 2" descr="Tabla&#10;&#10;El contenido generado por IA puede ser incorrecto.">
            <a:extLst>
              <a:ext uri="{FF2B5EF4-FFF2-40B4-BE49-F238E27FC236}">
                <a16:creationId xmlns:a16="http://schemas.microsoft.com/office/drawing/2014/main" id="{3CFA5247-122D-8D49-529E-918888D0A193}"/>
              </a:ext>
            </a:extLst>
          </p:cNvPr>
          <p:cNvPicPr>
            <a:picLocks noChangeAspect="1"/>
          </p:cNvPicPr>
          <p:nvPr/>
        </p:nvPicPr>
        <p:blipFill>
          <a:blip r:embed="rId3"/>
          <a:stretch>
            <a:fillRect/>
          </a:stretch>
        </p:blipFill>
        <p:spPr>
          <a:xfrm>
            <a:off x="674497" y="3512601"/>
            <a:ext cx="11191875" cy="1724025"/>
          </a:xfrm>
          <a:prstGeom prst="rect">
            <a:avLst/>
          </a:prstGeom>
        </p:spPr>
      </p:pic>
    </p:spTree>
    <p:extLst>
      <p:ext uri="{BB962C8B-B14F-4D97-AF65-F5344CB8AC3E}">
        <p14:creationId xmlns:p14="http://schemas.microsoft.com/office/powerpoint/2010/main" val="2921341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5010AA-DDBA-D5A2-A34D-69E21671333A}"/>
              </a:ext>
            </a:extLst>
          </p:cNvPr>
          <p:cNvSpPr>
            <a:spLocks noGrp="1"/>
          </p:cNvSpPr>
          <p:nvPr>
            <p:ph type="title"/>
          </p:nvPr>
        </p:nvSpPr>
        <p:spPr>
          <a:xfrm>
            <a:off x="4203633" y="903016"/>
            <a:ext cx="7985760" cy="714248"/>
          </a:xfrm>
        </p:spPr>
        <p:txBody>
          <a:bodyPr rtlCol="0"/>
          <a:lstStyle>
            <a:defPPr>
              <a:defRPr lang="es-ES"/>
            </a:defPPr>
          </a:lstStyle>
          <a:p>
            <a:r>
              <a:rPr lang="es-ES" dirty="0"/>
              <a:t>Entrenamiento </a:t>
            </a:r>
            <a:r>
              <a:rPr lang="es-ES" dirty="0">
                <a:ea typeface="+mj-lt"/>
                <a:cs typeface="+mj-lt"/>
              </a:rPr>
              <a:t>- SVM</a:t>
            </a:r>
            <a:endParaRPr lang="es-ES" dirty="0"/>
          </a:p>
        </p:txBody>
      </p:sp>
      <p:sp>
        <p:nvSpPr>
          <p:cNvPr id="12" name="Marcador de pie de página 11">
            <a:extLst>
              <a:ext uri="{FF2B5EF4-FFF2-40B4-BE49-F238E27FC236}">
                <a16:creationId xmlns:a16="http://schemas.microsoft.com/office/drawing/2014/main" id="{E9C9137C-4C2A-3985-8399-B6159A8C5A3E}"/>
              </a:ext>
            </a:extLst>
          </p:cNvPr>
          <p:cNvSpPr>
            <a:spLocks noGrp="1"/>
          </p:cNvSpPr>
          <p:nvPr>
            <p:ph type="ftr" sz="quarter" idx="11"/>
          </p:nvPr>
        </p:nvSpPr>
        <p:spPr/>
        <p:txBody>
          <a:bodyPr rtlCol="0"/>
          <a:lstStyle>
            <a:defPPr>
              <a:defRPr lang="es-ES"/>
            </a:defPPr>
          </a:lstStyle>
          <a:p>
            <a:r>
              <a:rPr lang="es-ES" dirty="0">
                <a:solidFill>
                  <a:srgbClr val="3B4546"/>
                </a:solidFill>
              </a:rPr>
              <a:t>Aprendizaje de maquina</a:t>
            </a:r>
            <a:endParaRPr lang="en-US" dirty="0"/>
          </a:p>
        </p:txBody>
      </p:sp>
      <p:sp>
        <p:nvSpPr>
          <p:cNvPr id="4" name="Marcador de texto 3">
            <a:extLst>
              <a:ext uri="{FF2B5EF4-FFF2-40B4-BE49-F238E27FC236}">
                <a16:creationId xmlns:a16="http://schemas.microsoft.com/office/drawing/2014/main" id="{EF31757D-D960-563E-13D7-10BC6A04122D}"/>
              </a:ext>
            </a:extLst>
          </p:cNvPr>
          <p:cNvSpPr>
            <a:spLocks noGrp="1"/>
          </p:cNvSpPr>
          <p:nvPr>
            <p:ph type="body" sz="quarter" idx="13"/>
          </p:nvPr>
        </p:nvSpPr>
        <p:spPr>
          <a:xfrm>
            <a:off x="8372672" y="1613053"/>
            <a:ext cx="6439684" cy="490538"/>
          </a:xfrm>
        </p:spPr>
        <p:txBody>
          <a:bodyPr vert="horz" lIns="91440" tIns="45720" rIns="91440" bIns="45720" rtlCol="0" anchor="t">
            <a:noAutofit/>
          </a:bodyPr>
          <a:lstStyle>
            <a:defPPr>
              <a:defRPr lang="es-ES"/>
            </a:defPPr>
          </a:lstStyle>
          <a:p>
            <a:r>
              <a:rPr lang="es-ES"/>
              <a:t>Proceso en </a:t>
            </a:r>
            <a:r>
              <a:rPr lang="es-ES" err="1"/>
              <a:t>rapidminer</a:t>
            </a:r>
            <a:endParaRPr lang="es-ES" err="1">
              <a:cs typeface="Arial"/>
            </a:endParaRPr>
          </a:p>
        </p:txBody>
      </p:sp>
      <p:sp>
        <p:nvSpPr>
          <p:cNvPr id="13" name="Marcador de número de diapositiva 12">
            <a:extLst>
              <a:ext uri="{FF2B5EF4-FFF2-40B4-BE49-F238E27FC236}">
                <a16:creationId xmlns:a16="http://schemas.microsoft.com/office/drawing/2014/main" id="{89804E48-D44D-C8A3-0944-D89136753D97}"/>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t>11</a:t>
            </a:fld>
            <a:endParaRPr lang="es-ES"/>
          </a:p>
        </p:txBody>
      </p:sp>
      <p:pic>
        <p:nvPicPr>
          <p:cNvPr id="17" name="Imagen 16" descr="Diagrama&#10;&#10;El contenido generado por IA puede ser incorrecto.">
            <a:extLst>
              <a:ext uri="{FF2B5EF4-FFF2-40B4-BE49-F238E27FC236}">
                <a16:creationId xmlns:a16="http://schemas.microsoft.com/office/drawing/2014/main" id="{9282E479-AB57-F467-8B0A-32E0392C462E}"/>
              </a:ext>
            </a:extLst>
          </p:cNvPr>
          <p:cNvPicPr>
            <a:picLocks noChangeAspect="1"/>
          </p:cNvPicPr>
          <p:nvPr/>
        </p:nvPicPr>
        <p:blipFill>
          <a:blip r:embed="rId3"/>
          <a:stretch>
            <a:fillRect/>
          </a:stretch>
        </p:blipFill>
        <p:spPr>
          <a:xfrm>
            <a:off x="75569" y="2097107"/>
            <a:ext cx="10296525" cy="3086100"/>
          </a:xfrm>
          <a:prstGeom prst="rect">
            <a:avLst/>
          </a:prstGeom>
        </p:spPr>
      </p:pic>
      <p:pic>
        <p:nvPicPr>
          <p:cNvPr id="18" name="Imagen 17" descr="Escala de tiempo&#10;&#10;El contenido generado por IA puede ser incorrecto.">
            <a:extLst>
              <a:ext uri="{FF2B5EF4-FFF2-40B4-BE49-F238E27FC236}">
                <a16:creationId xmlns:a16="http://schemas.microsoft.com/office/drawing/2014/main" id="{25E71DEB-4702-69EB-7546-61B2C8F3D11D}"/>
              </a:ext>
            </a:extLst>
          </p:cNvPr>
          <p:cNvPicPr>
            <a:picLocks noChangeAspect="1"/>
          </p:cNvPicPr>
          <p:nvPr/>
        </p:nvPicPr>
        <p:blipFill>
          <a:blip r:embed="rId4"/>
          <a:stretch>
            <a:fillRect/>
          </a:stretch>
        </p:blipFill>
        <p:spPr>
          <a:xfrm>
            <a:off x="1936903" y="4587665"/>
            <a:ext cx="10172700" cy="2181225"/>
          </a:xfrm>
          <a:prstGeom prst="rect">
            <a:avLst/>
          </a:prstGeom>
        </p:spPr>
      </p:pic>
    </p:spTree>
    <p:extLst>
      <p:ext uri="{BB962C8B-B14F-4D97-AF65-F5344CB8AC3E}">
        <p14:creationId xmlns:p14="http://schemas.microsoft.com/office/powerpoint/2010/main" val="1125054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93080-A6C3-2F47-AF07-82B271DC6C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CE212D-C3F0-51C6-49C0-C272877C9697}"/>
              </a:ext>
            </a:extLst>
          </p:cNvPr>
          <p:cNvSpPr>
            <a:spLocks noGrp="1"/>
          </p:cNvSpPr>
          <p:nvPr>
            <p:ph type="title"/>
          </p:nvPr>
        </p:nvSpPr>
        <p:spPr>
          <a:xfrm>
            <a:off x="4203633" y="903016"/>
            <a:ext cx="7985760" cy="714248"/>
          </a:xfrm>
        </p:spPr>
        <p:txBody>
          <a:bodyPr rtlCol="0"/>
          <a:lstStyle>
            <a:defPPr>
              <a:defRPr lang="es-ES"/>
            </a:defPPr>
          </a:lstStyle>
          <a:p>
            <a:r>
              <a:rPr lang="es-ES"/>
              <a:t>Entrenamiento </a:t>
            </a:r>
            <a:r>
              <a:rPr lang="es-ES">
                <a:ea typeface="+mj-lt"/>
                <a:cs typeface="+mj-lt"/>
              </a:rPr>
              <a:t>- SVM</a:t>
            </a:r>
            <a:endParaRPr lang="es-ES"/>
          </a:p>
        </p:txBody>
      </p:sp>
      <p:sp>
        <p:nvSpPr>
          <p:cNvPr id="12" name="Marcador de pie de página 11">
            <a:extLst>
              <a:ext uri="{FF2B5EF4-FFF2-40B4-BE49-F238E27FC236}">
                <a16:creationId xmlns:a16="http://schemas.microsoft.com/office/drawing/2014/main" id="{DA7054EE-1784-26AE-EEA6-387FB44FB9D8}"/>
              </a:ext>
            </a:extLst>
          </p:cNvPr>
          <p:cNvSpPr>
            <a:spLocks noGrp="1"/>
          </p:cNvSpPr>
          <p:nvPr>
            <p:ph type="ftr" sz="quarter" idx="11"/>
          </p:nvPr>
        </p:nvSpPr>
        <p:spPr/>
        <p:txBody>
          <a:bodyPr rtlCol="0"/>
          <a:lstStyle>
            <a:defPPr>
              <a:defRPr lang="es-ES"/>
            </a:defPPr>
          </a:lstStyle>
          <a:p>
            <a:r>
              <a:rPr lang="es-ES">
                <a:solidFill>
                  <a:srgbClr val="3B4546"/>
                </a:solidFill>
              </a:rPr>
              <a:t>Aprendizaje de maquina</a:t>
            </a:r>
            <a:endParaRPr lang="en-US"/>
          </a:p>
        </p:txBody>
      </p:sp>
      <p:sp>
        <p:nvSpPr>
          <p:cNvPr id="4" name="Marcador de texto 3">
            <a:extLst>
              <a:ext uri="{FF2B5EF4-FFF2-40B4-BE49-F238E27FC236}">
                <a16:creationId xmlns:a16="http://schemas.microsoft.com/office/drawing/2014/main" id="{40692932-48C8-7039-2E78-D8216F2280EC}"/>
              </a:ext>
            </a:extLst>
          </p:cNvPr>
          <p:cNvSpPr>
            <a:spLocks noGrp="1"/>
          </p:cNvSpPr>
          <p:nvPr>
            <p:ph type="body" sz="quarter" idx="13"/>
          </p:nvPr>
        </p:nvSpPr>
        <p:spPr>
          <a:xfrm>
            <a:off x="495612" y="2595390"/>
            <a:ext cx="6439684" cy="490538"/>
          </a:xfrm>
        </p:spPr>
        <p:txBody>
          <a:bodyPr vert="horz" lIns="91440" tIns="45720" rIns="91440" bIns="45720" rtlCol="0" anchor="t">
            <a:noAutofit/>
          </a:bodyPr>
          <a:lstStyle>
            <a:defPPr>
              <a:defRPr lang="es-ES"/>
            </a:defPPr>
          </a:lstStyle>
          <a:p>
            <a:r>
              <a:rPr lang="es-ES"/>
              <a:t>Matriz de confusión y </a:t>
            </a:r>
            <a:r>
              <a:rPr lang="es-ES" err="1"/>
              <a:t>metricas</a:t>
            </a:r>
            <a:endParaRPr lang="es-ES" err="1">
              <a:cs typeface="Arial"/>
            </a:endParaRPr>
          </a:p>
        </p:txBody>
      </p:sp>
      <p:sp>
        <p:nvSpPr>
          <p:cNvPr id="13" name="Marcador de número de diapositiva 12">
            <a:extLst>
              <a:ext uri="{FF2B5EF4-FFF2-40B4-BE49-F238E27FC236}">
                <a16:creationId xmlns:a16="http://schemas.microsoft.com/office/drawing/2014/main" id="{1CD99579-B860-D6EA-B176-B9800A99C80F}"/>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t>12</a:t>
            </a:fld>
            <a:endParaRPr lang="es-ES"/>
          </a:p>
        </p:txBody>
      </p:sp>
      <p:pic>
        <p:nvPicPr>
          <p:cNvPr id="7" name="Imagen 6" descr="Tabla&#10;&#10;El contenido generado por IA puede ser incorrecto.">
            <a:extLst>
              <a:ext uri="{FF2B5EF4-FFF2-40B4-BE49-F238E27FC236}">
                <a16:creationId xmlns:a16="http://schemas.microsoft.com/office/drawing/2014/main" id="{673109EF-B700-26C9-4E9F-79365194F17F}"/>
              </a:ext>
            </a:extLst>
          </p:cNvPr>
          <p:cNvPicPr>
            <a:picLocks noChangeAspect="1"/>
          </p:cNvPicPr>
          <p:nvPr/>
        </p:nvPicPr>
        <p:blipFill>
          <a:blip r:embed="rId3"/>
          <a:stretch>
            <a:fillRect/>
          </a:stretch>
        </p:blipFill>
        <p:spPr>
          <a:xfrm>
            <a:off x="412329" y="3430664"/>
            <a:ext cx="11220450" cy="1685925"/>
          </a:xfrm>
          <a:prstGeom prst="rect">
            <a:avLst/>
          </a:prstGeom>
        </p:spPr>
      </p:pic>
    </p:spTree>
    <p:extLst>
      <p:ext uri="{BB962C8B-B14F-4D97-AF65-F5344CB8AC3E}">
        <p14:creationId xmlns:p14="http://schemas.microsoft.com/office/powerpoint/2010/main" val="1090543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A7738-FD4B-9EA9-3FC9-46F8B0A57D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4B43A7-AD9B-CB05-1CF4-F8271A6D13FC}"/>
              </a:ext>
            </a:extLst>
          </p:cNvPr>
          <p:cNvSpPr>
            <a:spLocks noGrp="1"/>
          </p:cNvSpPr>
          <p:nvPr>
            <p:ph type="title"/>
          </p:nvPr>
        </p:nvSpPr>
        <p:spPr>
          <a:xfrm>
            <a:off x="4428605" y="903016"/>
            <a:ext cx="7760788" cy="704088"/>
          </a:xfrm>
        </p:spPr>
        <p:txBody>
          <a:bodyPr rtlCol="0"/>
          <a:lstStyle>
            <a:defPPr>
              <a:defRPr lang="es-ES"/>
            </a:defPPr>
          </a:lstStyle>
          <a:p>
            <a:r>
              <a:rPr lang="es-ES" dirty="0">
                <a:ea typeface="+mj-lt"/>
                <a:cs typeface="+mj-lt"/>
              </a:rPr>
              <a:t>Entrenamiento – </a:t>
            </a:r>
            <a:r>
              <a:rPr lang="es-ES" dirty="0" err="1">
                <a:ea typeface="+mj-lt"/>
                <a:cs typeface="+mj-lt"/>
              </a:rPr>
              <a:t>Mlp</a:t>
            </a:r>
            <a:r>
              <a:rPr lang="es-ES" dirty="0">
                <a:ea typeface="+mj-lt"/>
                <a:cs typeface="+mj-lt"/>
              </a:rPr>
              <a:t> </a:t>
            </a:r>
            <a:endParaRPr lang="en-US" dirty="0" err="1"/>
          </a:p>
        </p:txBody>
      </p:sp>
      <p:sp>
        <p:nvSpPr>
          <p:cNvPr id="12" name="Marcador de pie de página 11">
            <a:extLst>
              <a:ext uri="{FF2B5EF4-FFF2-40B4-BE49-F238E27FC236}">
                <a16:creationId xmlns:a16="http://schemas.microsoft.com/office/drawing/2014/main" id="{55F63896-906E-83A4-5095-85A0EAADC76E}"/>
              </a:ext>
            </a:extLst>
          </p:cNvPr>
          <p:cNvSpPr>
            <a:spLocks noGrp="1"/>
          </p:cNvSpPr>
          <p:nvPr>
            <p:ph type="ftr" sz="quarter" idx="11"/>
          </p:nvPr>
        </p:nvSpPr>
        <p:spPr/>
        <p:txBody>
          <a:bodyPr rtlCol="0"/>
          <a:lstStyle>
            <a:defPPr>
              <a:defRPr lang="es-ES"/>
            </a:defPPr>
          </a:lstStyle>
          <a:p>
            <a:r>
              <a:rPr lang="es-ES" dirty="0">
                <a:ea typeface="+mn-lt"/>
                <a:cs typeface="+mn-lt"/>
              </a:rPr>
              <a:t>Aprendizaje de maquina</a:t>
            </a:r>
            <a:endParaRPr lang="en-US" dirty="0"/>
          </a:p>
        </p:txBody>
      </p:sp>
      <p:sp>
        <p:nvSpPr>
          <p:cNvPr id="4" name="Marcador de texto 3">
            <a:extLst>
              <a:ext uri="{FF2B5EF4-FFF2-40B4-BE49-F238E27FC236}">
                <a16:creationId xmlns:a16="http://schemas.microsoft.com/office/drawing/2014/main" id="{3B6D36E7-C35F-5806-819E-FAF07FD463EF}"/>
              </a:ext>
            </a:extLst>
          </p:cNvPr>
          <p:cNvSpPr>
            <a:spLocks noGrp="1"/>
          </p:cNvSpPr>
          <p:nvPr>
            <p:ph type="body" sz="quarter" idx="13"/>
          </p:nvPr>
        </p:nvSpPr>
        <p:spPr>
          <a:xfrm>
            <a:off x="8290046" y="1824210"/>
            <a:ext cx="6439684" cy="490538"/>
          </a:xfrm>
        </p:spPr>
        <p:txBody>
          <a:bodyPr vert="horz" lIns="91440" tIns="45720" rIns="91440" bIns="45720" rtlCol="0" anchor="t">
            <a:noAutofit/>
          </a:bodyPr>
          <a:lstStyle>
            <a:defPPr>
              <a:defRPr lang="es-ES"/>
            </a:defPPr>
          </a:lstStyle>
          <a:p>
            <a:r>
              <a:rPr lang="es-ES"/>
              <a:t>Proceso en </a:t>
            </a:r>
            <a:r>
              <a:rPr lang="es-ES" err="1"/>
              <a:t>rapidminer</a:t>
            </a:r>
            <a:endParaRPr lang="es-ES" err="1">
              <a:cs typeface="Arial"/>
            </a:endParaRPr>
          </a:p>
        </p:txBody>
      </p:sp>
      <p:sp>
        <p:nvSpPr>
          <p:cNvPr id="13" name="Marcador de número de diapositiva 12">
            <a:extLst>
              <a:ext uri="{FF2B5EF4-FFF2-40B4-BE49-F238E27FC236}">
                <a16:creationId xmlns:a16="http://schemas.microsoft.com/office/drawing/2014/main" id="{8D3AA35E-FE3B-36C0-3932-B0923F9E8FA8}"/>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t>13</a:t>
            </a:fld>
            <a:endParaRPr lang="es-ES"/>
          </a:p>
        </p:txBody>
      </p:sp>
      <p:pic>
        <p:nvPicPr>
          <p:cNvPr id="6" name="Imagen 5" descr="Diagrama&#10;&#10;El contenido generado por IA puede ser incorrecto.">
            <a:extLst>
              <a:ext uri="{FF2B5EF4-FFF2-40B4-BE49-F238E27FC236}">
                <a16:creationId xmlns:a16="http://schemas.microsoft.com/office/drawing/2014/main" id="{889441A4-6FC1-BC01-C4D8-71B19D8E7E4A}"/>
              </a:ext>
            </a:extLst>
          </p:cNvPr>
          <p:cNvPicPr>
            <a:picLocks noChangeAspect="1"/>
          </p:cNvPicPr>
          <p:nvPr/>
        </p:nvPicPr>
        <p:blipFill>
          <a:blip r:embed="rId3"/>
          <a:stretch>
            <a:fillRect/>
          </a:stretch>
        </p:blipFill>
        <p:spPr>
          <a:xfrm>
            <a:off x="227223" y="2309009"/>
            <a:ext cx="10287000" cy="2790825"/>
          </a:xfrm>
          <a:prstGeom prst="rect">
            <a:avLst/>
          </a:prstGeom>
        </p:spPr>
      </p:pic>
      <p:pic>
        <p:nvPicPr>
          <p:cNvPr id="5" name="Imagen 4" descr="Escala de tiempo&#10;&#10;El contenido generado por IA puede ser incorrecto.">
            <a:extLst>
              <a:ext uri="{FF2B5EF4-FFF2-40B4-BE49-F238E27FC236}">
                <a16:creationId xmlns:a16="http://schemas.microsoft.com/office/drawing/2014/main" id="{C98C2D06-353E-F9CE-A003-2C261096D6BB}"/>
              </a:ext>
            </a:extLst>
          </p:cNvPr>
          <p:cNvPicPr>
            <a:picLocks noChangeAspect="1"/>
          </p:cNvPicPr>
          <p:nvPr/>
        </p:nvPicPr>
        <p:blipFill>
          <a:blip r:embed="rId4"/>
          <a:srcRect r="90" b="14095"/>
          <a:stretch>
            <a:fillRect/>
          </a:stretch>
        </p:blipFill>
        <p:spPr>
          <a:xfrm>
            <a:off x="1991299" y="4679128"/>
            <a:ext cx="10201631" cy="1890140"/>
          </a:xfrm>
          <a:prstGeom prst="rect">
            <a:avLst/>
          </a:prstGeom>
        </p:spPr>
      </p:pic>
    </p:spTree>
    <p:extLst>
      <p:ext uri="{BB962C8B-B14F-4D97-AF65-F5344CB8AC3E}">
        <p14:creationId xmlns:p14="http://schemas.microsoft.com/office/powerpoint/2010/main" val="4095488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33FEF-3855-88AB-6D54-C0192A60FD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2B4DC4-90B8-678F-EC50-B7829D42795C}"/>
              </a:ext>
            </a:extLst>
          </p:cNvPr>
          <p:cNvSpPr>
            <a:spLocks noGrp="1"/>
          </p:cNvSpPr>
          <p:nvPr>
            <p:ph type="title"/>
          </p:nvPr>
        </p:nvSpPr>
        <p:spPr>
          <a:xfrm>
            <a:off x="4203633" y="903016"/>
            <a:ext cx="7985760" cy="714248"/>
          </a:xfrm>
        </p:spPr>
        <p:txBody>
          <a:bodyPr rtlCol="0"/>
          <a:lstStyle>
            <a:defPPr>
              <a:defRPr lang="es-ES"/>
            </a:defPPr>
          </a:lstStyle>
          <a:p>
            <a:r>
              <a:rPr lang="es-ES"/>
              <a:t>Entrenamiento </a:t>
            </a:r>
            <a:r>
              <a:rPr lang="es-ES">
                <a:ea typeface="+mj-lt"/>
                <a:cs typeface="+mj-lt"/>
              </a:rPr>
              <a:t>- MLP</a:t>
            </a:r>
            <a:endParaRPr lang="es-ES">
              <a:cs typeface="Arial"/>
            </a:endParaRPr>
          </a:p>
        </p:txBody>
      </p:sp>
      <p:sp>
        <p:nvSpPr>
          <p:cNvPr id="12" name="Marcador de pie de página 11">
            <a:extLst>
              <a:ext uri="{FF2B5EF4-FFF2-40B4-BE49-F238E27FC236}">
                <a16:creationId xmlns:a16="http://schemas.microsoft.com/office/drawing/2014/main" id="{50944738-AF72-A598-E703-14921EA04F82}"/>
              </a:ext>
            </a:extLst>
          </p:cNvPr>
          <p:cNvSpPr>
            <a:spLocks noGrp="1"/>
          </p:cNvSpPr>
          <p:nvPr>
            <p:ph type="ftr" sz="quarter" idx="11"/>
          </p:nvPr>
        </p:nvSpPr>
        <p:spPr/>
        <p:txBody>
          <a:bodyPr rtlCol="0"/>
          <a:lstStyle>
            <a:defPPr>
              <a:defRPr lang="es-ES"/>
            </a:defPPr>
          </a:lstStyle>
          <a:p>
            <a:r>
              <a:rPr lang="es-ES">
                <a:solidFill>
                  <a:srgbClr val="3B4546"/>
                </a:solidFill>
              </a:rPr>
              <a:t>Aprendizaje de maquina</a:t>
            </a:r>
            <a:endParaRPr lang="en-US"/>
          </a:p>
        </p:txBody>
      </p:sp>
      <p:sp>
        <p:nvSpPr>
          <p:cNvPr id="4" name="Marcador de texto 3">
            <a:extLst>
              <a:ext uri="{FF2B5EF4-FFF2-40B4-BE49-F238E27FC236}">
                <a16:creationId xmlns:a16="http://schemas.microsoft.com/office/drawing/2014/main" id="{6AC30BA1-4714-8984-270F-DD1C0BDAB1CB}"/>
              </a:ext>
            </a:extLst>
          </p:cNvPr>
          <p:cNvSpPr>
            <a:spLocks noGrp="1"/>
          </p:cNvSpPr>
          <p:nvPr>
            <p:ph type="body" sz="quarter" idx="13"/>
          </p:nvPr>
        </p:nvSpPr>
        <p:spPr>
          <a:xfrm>
            <a:off x="495612" y="2595390"/>
            <a:ext cx="6439684" cy="490538"/>
          </a:xfrm>
        </p:spPr>
        <p:txBody>
          <a:bodyPr vert="horz" lIns="91440" tIns="45720" rIns="91440" bIns="45720" rtlCol="0" anchor="t">
            <a:noAutofit/>
          </a:bodyPr>
          <a:lstStyle>
            <a:defPPr>
              <a:defRPr lang="es-ES"/>
            </a:defPPr>
          </a:lstStyle>
          <a:p>
            <a:r>
              <a:rPr lang="es-ES"/>
              <a:t>Matriz de confusión y métricas</a:t>
            </a:r>
            <a:endParaRPr lang="es-ES" err="1">
              <a:cs typeface="Arial"/>
            </a:endParaRPr>
          </a:p>
        </p:txBody>
      </p:sp>
      <p:sp>
        <p:nvSpPr>
          <p:cNvPr id="13" name="Marcador de número de diapositiva 12">
            <a:extLst>
              <a:ext uri="{FF2B5EF4-FFF2-40B4-BE49-F238E27FC236}">
                <a16:creationId xmlns:a16="http://schemas.microsoft.com/office/drawing/2014/main" id="{7A5AC4FD-702C-3384-ABA4-0FB5F4E7C6D3}"/>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t>14</a:t>
            </a:fld>
            <a:endParaRPr lang="es-ES"/>
          </a:p>
        </p:txBody>
      </p:sp>
      <p:pic>
        <p:nvPicPr>
          <p:cNvPr id="3" name="Imagen 2" descr="Tabla&#10;&#10;El contenido generado por IA puede ser incorrecto.">
            <a:extLst>
              <a:ext uri="{FF2B5EF4-FFF2-40B4-BE49-F238E27FC236}">
                <a16:creationId xmlns:a16="http://schemas.microsoft.com/office/drawing/2014/main" id="{6FC671E2-B96F-779A-0E02-AB59F5A743CD}"/>
              </a:ext>
            </a:extLst>
          </p:cNvPr>
          <p:cNvPicPr>
            <a:picLocks noChangeAspect="1"/>
          </p:cNvPicPr>
          <p:nvPr/>
        </p:nvPicPr>
        <p:blipFill>
          <a:blip r:embed="rId3"/>
          <a:stretch>
            <a:fillRect/>
          </a:stretch>
        </p:blipFill>
        <p:spPr>
          <a:xfrm>
            <a:off x="577582" y="3669362"/>
            <a:ext cx="11220450" cy="1685925"/>
          </a:xfrm>
          <a:prstGeom prst="rect">
            <a:avLst/>
          </a:prstGeom>
        </p:spPr>
      </p:pic>
    </p:spTree>
    <p:extLst>
      <p:ext uri="{BB962C8B-B14F-4D97-AF65-F5344CB8AC3E}">
        <p14:creationId xmlns:p14="http://schemas.microsoft.com/office/powerpoint/2010/main" val="340586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94B2-5F0F-E3A7-9D1C-72F396F9D2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F2DAAB4-5E93-28AE-694B-FEDA082EEC81}"/>
              </a:ext>
            </a:extLst>
          </p:cNvPr>
          <p:cNvSpPr>
            <a:spLocks noGrp="1"/>
          </p:cNvSpPr>
          <p:nvPr>
            <p:ph type="title"/>
          </p:nvPr>
        </p:nvSpPr>
        <p:spPr>
          <a:xfrm>
            <a:off x="440944" y="1717040"/>
            <a:ext cx="10515600" cy="575321"/>
          </a:xfrm>
        </p:spPr>
        <p:txBody>
          <a:bodyPr rtlCol="0"/>
          <a:lstStyle>
            <a:defPPr>
              <a:defRPr lang="es-ES"/>
            </a:defPPr>
          </a:lstStyle>
          <a:p>
            <a:r>
              <a:rPr lang="es-ES" dirty="0"/>
              <a:t>Comparación de resultados</a:t>
            </a:r>
            <a:endParaRPr lang="en-US" dirty="0"/>
          </a:p>
        </p:txBody>
      </p:sp>
      <p:sp>
        <p:nvSpPr>
          <p:cNvPr id="12" name="Marcador de pie de página 11">
            <a:extLst>
              <a:ext uri="{FF2B5EF4-FFF2-40B4-BE49-F238E27FC236}">
                <a16:creationId xmlns:a16="http://schemas.microsoft.com/office/drawing/2014/main" id="{76F8DDB8-3274-4F27-76C8-DED9D626F730}"/>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13" name="Marcador de número de diapositiva 12">
            <a:extLst>
              <a:ext uri="{FF2B5EF4-FFF2-40B4-BE49-F238E27FC236}">
                <a16:creationId xmlns:a16="http://schemas.microsoft.com/office/drawing/2014/main" id="{D8EB1CA4-5902-E0FD-F000-71346850E29F}"/>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15</a:t>
            </a:fld>
            <a:endParaRPr lang="es-ES"/>
          </a:p>
        </p:txBody>
      </p:sp>
      <p:graphicFrame>
        <p:nvGraphicFramePr>
          <p:cNvPr id="7" name="Table 6">
            <a:extLst>
              <a:ext uri="{FF2B5EF4-FFF2-40B4-BE49-F238E27FC236}">
                <a16:creationId xmlns:a16="http://schemas.microsoft.com/office/drawing/2014/main" id="{0409484B-AB68-C311-8B72-DA99C47C25A4}"/>
              </a:ext>
            </a:extLst>
          </p:cNvPr>
          <p:cNvGraphicFramePr>
            <a:graphicFrameLocks noGrp="1"/>
          </p:cNvGraphicFramePr>
          <p:nvPr>
            <p:extLst>
              <p:ext uri="{D42A27DB-BD31-4B8C-83A1-F6EECF244321}">
                <p14:modId xmlns:p14="http://schemas.microsoft.com/office/powerpoint/2010/main" val="2392543469"/>
              </p:ext>
            </p:extLst>
          </p:nvPr>
        </p:nvGraphicFramePr>
        <p:xfrm>
          <a:off x="1188720" y="3017520"/>
          <a:ext cx="9806158" cy="2021839"/>
        </p:xfrm>
        <a:graphic>
          <a:graphicData uri="http://schemas.openxmlformats.org/drawingml/2006/table">
            <a:tbl>
              <a:tblPr firstRow="1" bandRow="1">
                <a:tableStyleId>{8EC20E35-A176-4012-BC5E-935CFFF8708E}</a:tableStyleId>
              </a:tblPr>
              <a:tblGrid>
                <a:gridCol w="2297449">
                  <a:extLst>
                    <a:ext uri="{9D8B030D-6E8A-4147-A177-3AD203B41FA5}">
                      <a16:colId xmlns:a16="http://schemas.microsoft.com/office/drawing/2014/main" val="1418022679"/>
                    </a:ext>
                  </a:extLst>
                </a:gridCol>
                <a:gridCol w="2605631">
                  <a:extLst>
                    <a:ext uri="{9D8B030D-6E8A-4147-A177-3AD203B41FA5}">
                      <a16:colId xmlns:a16="http://schemas.microsoft.com/office/drawing/2014/main" val="783819418"/>
                    </a:ext>
                  </a:extLst>
                </a:gridCol>
                <a:gridCol w="2451539">
                  <a:extLst>
                    <a:ext uri="{9D8B030D-6E8A-4147-A177-3AD203B41FA5}">
                      <a16:colId xmlns:a16="http://schemas.microsoft.com/office/drawing/2014/main" val="1748232010"/>
                    </a:ext>
                  </a:extLst>
                </a:gridCol>
                <a:gridCol w="2451539">
                  <a:extLst>
                    <a:ext uri="{9D8B030D-6E8A-4147-A177-3AD203B41FA5}">
                      <a16:colId xmlns:a16="http://schemas.microsoft.com/office/drawing/2014/main" val="2429852115"/>
                    </a:ext>
                  </a:extLst>
                </a:gridCol>
              </a:tblGrid>
              <a:tr h="370840">
                <a:tc>
                  <a:txBody>
                    <a:bodyPr/>
                    <a:lstStyle/>
                    <a:p>
                      <a:pPr lvl="0">
                        <a:buNone/>
                      </a:pPr>
                      <a:r>
                        <a:rPr lang="en-US" sz="1800" u="none" strike="noStrike" noProof="0" dirty="0"/>
                        <a:t>Técnica</a:t>
                      </a:r>
                      <a:endParaRPr lang="en-US"/>
                    </a:p>
                  </a:txBody>
                  <a:tcPr/>
                </a:tc>
                <a:tc>
                  <a:txBody>
                    <a:bodyPr/>
                    <a:lstStyle/>
                    <a:p>
                      <a:pPr lvl="0">
                        <a:buNone/>
                      </a:pPr>
                      <a:r>
                        <a:rPr lang="en-US" sz="1800" u="none" strike="noStrike" baseline="0" noProof="0" dirty="0">
                          <a:solidFill>
                            <a:srgbClr val="FFFFFF"/>
                          </a:solidFill>
                        </a:rPr>
                        <a:t>Accuracy</a:t>
                      </a:r>
                      <a:endParaRPr lang="en-US" dirty="0" err="1"/>
                    </a:p>
                  </a:txBody>
                  <a:tcPr/>
                </a:tc>
                <a:tc>
                  <a:txBody>
                    <a:bodyPr/>
                    <a:lstStyle/>
                    <a:p>
                      <a:pPr lvl="0">
                        <a:buNone/>
                      </a:pPr>
                      <a:r>
                        <a:rPr lang="en-US" sz="1800" u="none" strike="noStrike" baseline="0" noProof="0" dirty="0">
                          <a:solidFill>
                            <a:srgbClr val="FFFFFF"/>
                          </a:solidFill>
                        </a:rPr>
                        <a:t>Precision</a:t>
                      </a:r>
                      <a:endParaRPr lang="en-US" dirty="0"/>
                    </a:p>
                  </a:txBody>
                  <a:tcPr/>
                </a:tc>
                <a:tc>
                  <a:txBody>
                    <a:bodyPr/>
                    <a:lstStyle/>
                    <a:p>
                      <a:pPr lvl="0">
                        <a:buNone/>
                      </a:pPr>
                      <a:r>
                        <a:rPr lang="en-US" sz="1800" u="none" strike="noStrike" baseline="0" noProof="0" dirty="0">
                          <a:solidFill>
                            <a:srgbClr val="FFFFFF"/>
                          </a:solidFill>
                        </a:rPr>
                        <a:t>Recall</a:t>
                      </a:r>
                      <a:endParaRPr lang="en-US" dirty="0"/>
                    </a:p>
                  </a:txBody>
                  <a:tcPr/>
                </a:tc>
                <a:extLst>
                  <a:ext uri="{0D108BD9-81ED-4DB2-BD59-A6C34878D82A}">
                    <a16:rowId xmlns:a16="http://schemas.microsoft.com/office/drawing/2014/main" val="433406250"/>
                  </a:ext>
                </a:extLst>
              </a:tr>
              <a:tr h="370839">
                <a:tc>
                  <a:txBody>
                    <a:bodyPr/>
                    <a:lstStyle/>
                    <a:p>
                      <a:pPr lvl="0">
                        <a:buNone/>
                      </a:pPr>
                      <a:r>
                        <a:rPr lang="en-US" dirty="0"/>
                        <a:t>Random Forest</a:t>
                      </a:r>
                      <a:endParaRPr lang="en-US" dirty="0" err="1"/>
                    </a:p>
                  </a:txBody>
                  <a:tcPr/>
                </a:tc>
                <a:tc>
                  <a:txBody>
                    <a:bodyPr/>
                    <a:lstStyle/>
                    <a:p>
                      <a:pPr lvl="0">
                        <a:buNone/>
                      </a:pPr>
                      <a:r>
                        <a:rPr lang="en-US" sz="1800" u="none" strike="noStrike" noProof="0"/>
                        <a:t>83,88%</a:t>
                      </a:r>
                    </a:p>
                  </a:txBody>
                  <a:tcPr/>
                </a:tc>
                <a:tc>
                  <a:txBody>
                    <a:bodyPr/>
                    <a:lstStyle/>
                    <a:p>
                      <a:pPr lvl="0">
                        <a:buNone/>
                      </a:pPr>
                      <a:r>
                        <a:rPr lang="en-US" sz="1800" u="none" strike="noStrike" noProof="0">
                          <a:solidFill>
                            <a:srgbClr val="000000"/>
                          </a:solidFill>
                        </a:rPr>
                        <a:t>84,44%</a:t>
                      </a:r>
                      <a:endParaRPr lang="en-US"/>
                    </a:p>
                  </a:txBody>
                  <a:tcPr/>
                </a:tc>
                <a:tc>
                  <a:txBody>
                    <a:bodyPr/>
                    <a:lstStyle/>
                    <a:p>
                      <a:pPr lvl="0">
                        <a:buNone/>
                      </a:pPr>
                      <a:r>
                        <a:rPr lang="en-US" sz="1800" u="none" strike="noStrike" noProof="0">
                          <a:solidFill>
                            <a:srgbClr val="000000"/>
                          </a:solidFill>
                        </a:rPr>
                        <a:t>86,36%</a:t>
                      </a:r>
                      <a:endParaRPr lang="en-US"/>
                    </a:p>
                  </a:txBody>
                  <a:tcPr/>
                </a:tc>
                <a:extLst>
                  <a:ext uri="{0D108BD9-81ED-4DB2-BD59-A6C34878D82A}">
                    <a16:rowId xmlns:a16="http://schemas.microsoft.com/office/drawing/2014/main" val="3144387693"/>
                  </a:ext>
                </a:extLst>
              </a:tr>
              <a:tr h="370840">
                <a:tc>
                  <a:txBody>
                    <a:bodyPr/>
                    <a:lstStyle/>
                    <a:p>
                      <a:pPr lvl="0">
                        <a:buNone/>
                      </a:pPr>
                      <a:r>
                        <a:rPr lang="en-US" sz="1800" u="none" strike="noStrike" baseline="0" noProof="0" dirty="0">
                          <a:solidFill>
                            <a:srgbClr val="000000"/>
                          </a:solidFill>
                        </a:rPr>
                        <a:t>Support Vector Machine</a:t>
                      </a:r>
                      <a:endParaRPr lang="en-US" dirty="0"/>
                    </a:p>
                  </a:txBody>
                  <a:tcPr/>
                </a:tc>
                <a:tc>
                  <a:txBody>
                    <a:bodyPr/>
                    <a:lstStyle/>
                    <a:p>
                      <a:pPr lvl="0">
                        <a:buNone/>
                      </a:pPr>
                      <a:r>
                        <a:rPr lang="en-US" sz="1800" u="none" strike="noStrike" baseline="0" noProof="0">
                          <a:solidFill>
                            <a:srgbClr val="000000"/>
                          </a:solidFill>
                        </a:rPr>
                        <a:t>86,67%</a:t>
                      </a:r>
                      <a:endParaRPr lang="en-US"/>
                    </a:p>
                  </a:txBody>
                  <a:tcPr/>
                </a:tc>
                <a:tc>
                  <a:txBody>
                    <a:bodyPr/>
                    <a:lstStyle/>
                    <a:p>
                      <a:pPr lvl="0">
                        <a:buNone/>
                      </a:pPr>
                      <a:r>
                        <a:rPr lang="en-US" sz="1800" u="none" strike="noStrike" noProof="0">
                          <a:solidFill>
                            <a:srgbClr val="000000"/>
                          </a:solidFill>
                        </a:rPr>
                        <a:t>87,50%</a:t>
                      </a:r>
                      <a:endParaRPr lang="en-US"/>
                    </a:p>
                  </a:txBody>
                  <a:tcPr/>
                </a:tc>
                <a:tc>
                  <a:txBody>
                    <a:bodyPr/>
                    <a:lstStyle/>
                    <a:p>
                      <a:pPr lvl="0">
                        <a:buNone/>
                      </a:pPr>
                      <a:r>
                        <a:rPr lang="en-US" sz="1800" u="none" strike="noStrike" noProof="0">
                          <a:solidFill>
                            <a:srgbClr val="000000"/>
                          </a:solidFill>
                        </a:rPr>
                        <a:t>87,50%</a:t>
                      </a:r>
                      <a:endParaRPr lang="en-US"/>
                    </a:p>
                  </a:txBody>
                  <a:tcPr/>
                </a:tc>
                <a:extLst>
                  <a:ext uri="{0D108BD9-81ED-4DB2-BD59-A6C34878D82A}">
                    <a16:rowId xmlns:a16="http://schemas.microsoft.com/office/drawing/2014/main" val="3279145204"/>
                  </a:ext>
                </a:extLst>
              </a:tr>
              <a:tr h="370840">
                <a:tc>
                  <a:txBody>
                    <a:bodyPr/>
                    <a:lstStyle/>
                    <a:p>
                      <a:pPr lvl="0">
                        <a:buNone/>
                      </a:pPr>
                      <a:r>
                        <a:rPr lang="en-US" sz="1800" u="none" strike="noStrike" baseline="0" noProof="0" dirty="0">
                          <a:solidFill>
                            <a:srgbClr val="000000"/>
                          </a:solidFill>
                        </a:rPr>
                        <a:t>Multi-Layer Perceptron</a:t>
                      </a:r>
                      <a:endParaRPr lang="en-US" dirty="0"/>
                    </a:p>
                  </a:txBody>
                  <a:tcPr/>
                </a:tc>
                <a:tc>
                  <a:txBody>
                    <a:bodyPr/>
                    <a:lstStyle/>
                    <a:p>
                      <a:pPr lvl="0">
                        <a:buNone/>
                      </a:pPr>
                      <a:r>
                        <a:rPr lang="en-US" sz="1800" u="none" strike="noStrike" baseline="0" noProof="0">
                          <a:solidFill>
                            <a:srgbClr val="000000"/>
                          </a:solidFill>
                        </a:rPr>
                        <a:t>83,06%</a:t>
                      </a:r>
                      <a:endParaRPr lang="en-US"/>
                    </a:p>
                  </a:txBody>
                  <a:tcPr/>
                </a:tc>
                <a:tc>
                  <a:txBody>
                    <a:bodyPr/>
                    <a:lstStyle/>
                    <a:p>
                      <a:pPr lvl="0">
                        <a:buNone/>
                      </a:pPr>
                      <a:r>
                        <a:rPr lang="en-US" sz="1800" u="none" strike="noStrike" noProof="0">
                          <a:solidFill>
                            <a:srgbClr val="000000"/>
                          </a:solidFill>
                        </a:rPr>
                        <a:t>84,73%</a:t>
                      </a:r>
                      <a:endParaRPr lang="en-US"/>
                    </a:p>
                  </a:txBody>
                  <a:tcPr/>
                </a:tc>
                <a:tc>
                  <a:txBody>
                    <a:bodyPr/>
                    <a:lstStyle/>
                    <a:p>
                      <a:pPr lvl="0">
                        <a:buNone/>
                      </a:pPr>
                      <a:r>
                        <a:rPr lang="en-US" sz="1800" u="none" strike="noStrike" noProof="0">
                          <a:solidFill>
                            <a:srgbClr val="000000"/>
                          </a:solidFill>
                        </a:rPr>
                        <a:t>84,09%</a:t>
                      </a:r>
                      <a:endParaRPr lang="en-US"/>
                    </a:p>
                  </a:txBody>
                  <a:tcPr/>
                </a:tc>
                <a:extLst>
                  <a:ext uri="{0D108BD9-81ED-4DB2-BD59-A6C34878D82A}">
                    <a16:rowId xmlns:a16="http://schemas.microsoft.com/office/drawing/2014/main" val="1039089075"/>
                  </a:ext>
                </a:extLst>
              </a:tr>
            </a:tbl>
          </a:graphicData>
        </a:graphic>
      </p:graphicFrame>
    </p:spTree>
    <p:extLst>
      <p:ext uri="{BB962C8B-B14F-4D97-AF65-F5344CB8AC3E}">
        <p14:creationId xmlns:p14="http://schemas.microsoft.com/office/powerpoint/2010/main" val="128018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393CE-9363-72CB-FD40-73A65C0DCC57}"/>
              </a:ext>
            </a:extLst>
          </p:cNvPr>
          <p:cNvSpPr>
            <a:spLocks noGrp="1"/>
          </p:cNvSpPr>
          <p:nvPr>
            <p:ph type="title"/>
          </p:nvPr>
        </p:nvSpPr>
        <p:spPr>
          <a:xfrm>
            <a:off x="667512" y="1221472"/>
            <a:ext cx="4846320" cy="1682749"/>
          </a:xfrm>
        </p:spPr>
        <p:txBody>
          <a:bodyPr rtlCol="0"/>
          <a:lstStyle>
            <a:defPPr>
              <a:defRPr lang="es-ES"/>
            </a:defPPr>
          </a:lstStyle>
          <a:p>
            <a:pPr>
              <a:lnSpc>
                <a:spcPct val="100000"/>
              </a:lnSpc>
            </a:pPr>
            <a:r>
              <a:rPr lang="es-ES" dirty="0"/>
              <a:t>Análisis Comparativo</a:t>
            </a:r>
            <a:endParaRPr lang="es-ES" dirty="0">
              <a:cs typeface="Arial"/>
            </a:endParaRPr>
          </a:p>
        </p:txBody>
      </p:sp>
      <p:sp>
        <p:nvSpPr>
          <p:cNvPr id="12" name="Marcador de pie de página 11">
            <a:extLst>
              <a:ext uri="{FF2B5EF4-FFF2-40B4-BE49-F238E27FC236}">
                <a16:creationId xmlns:a16="http://schemas.microsoft.com/office/drawing/2014/main" id="{0D74F0DD-9277-50B0-68E1-220BA8344883}"/>
              </a:ext>
            </a:extLst>
          </p:cNvPr>
          <p:cNvSpPr>
            <a:spLocks noGrp="1"/>
          </p:cNvSpPr>
          <p:nvPr>
            <p:ph type="ftr" sz="quarter" idx="11"/>
          </p:nvPr>
        </p:nvSpPr>
        <p:spPr/>
        <p:txBody>
          <a:bodyPr rtlCol="0"/>
          <a:lstStyle>
            <a:defPPr>
              <a:defRPr lang="es-ES"/>
            </a:defPPr>
          </a:lstStyle>
          <a:p>
            <a:r>
              <a:rPr lang="es-ES" dirty="0"/>
              <a:t>Aprendizaje de maquina</a:t>
            </a:r>
            <a:endParaRPr lang="es-ES" dirty="0">
              <a:solidFill>
                <a:srgbClr val="000000"/>
              </a:solidFill>
            </a:endParaRPr>
          </a:p>
        </p:txBody>
      </p:sp>
      <p:sp>
        <p:nvSpPr>
          <p:cNvPr id="5" name="Marcador de texto 4">
            <a:extLst>
              <a:ext uri="{FF2B5EF4-FFF2-40B4-BE49-F238E27FC236}">
                <a16:creationId xmlns:a16="http://schemas.microsoft.com/office/drawing/2014/main" id="{3F16C050-0EBC-234C-AB93-E7868D85A2B0}"/>
              </a:ext>
            </a:extLst>
          </p:cNvPr>
          <p:cNvSpPr>
            <a:spLocks noGrp="1"/>
          </p:cNvSpPr>
          <p:nvPr>
            <p:ph type="body" sz="quarter" idx="15"/>
          </p:nvPr>
        </p:nvSpPr>
        <p:spPr>
          <a:xfrm>
            <a:off x="6101079" y="1832864"/>
            <a:ext cx="5473171" cy="3186430"/>
          </a:xfrm>
        </p:spPr>
        <p:txBody>
          <a:bodyPr vert="horz" lIns="91440" tIns="45720" rIns="91440" bIns="45720" rtlCol="0" anchor="t">
            <a:noAutofit/>
          </a:bodyPr>
          <a:lstStyle>
            <a:defPPr>
              <a:defRPr lang="es-ES"/>
            </a:defPPr>
          </a:lstStyle>
          <a:p>
            <a:pPr marL="342900" indent="-342900">
              <a:buAutoNum type="arabicPeriod"/>
            </a:pPr>
            <a:r>
              <a:rPr lang="es-ES" dirty="0">
                <a:ea typeface="+mn-lt"/>
                <a:cs typeface="+mn-lt"/>
              </a:rPr>
              <a:t>El modelo SVM obtuvo el mejor desempeño general, con la mayor </a:t>
            </a:r>
            <a:r>
              <a:rPr lang="es-ES" err="1">
                <a:ea typeface="+mn-lt"/>
                <a:cs typeface="+mn-lt"/>
              </a:rPr>
              <a:t>accuracy</a:t>
            </a:r>
            <a:r>
              <a:rPr lang="es-ES" dirty="0">
                <a:ea typeface="+mn-lt"/>
                <a:cs typeface="+mn-lt"/>
              </a:rPr>
              <a:t>, </a:t>
            </a:r>
            <a:r>
              <a:rPr lang="es-ES" err="1">
                <a:ea typeface="+mn-lt"/>
                <a:cs typeface="+mn-lt"/>
              </a:rPr>
              <a:t>precision</a:t>
            </a:r>
            <a:r>
              <a:rPr lang="es-ES" dirty="0">
                <a:ea typeface="+mn-lt"/>
                <a:cs typeface="+mn-lt"/>
              </a:rPr>
              <a:t> y </a:t>
            </a:r>
            <a:r>
              <a:rPr lang="es-ES" err="1">
                <a:ea typeface="+mn-lt"/>
                <a:cs typeface="+mn-lt"/>
              </a:rPr>
              <a:t>recall</a:t>
            </a:r>
            <a:r>
              <a:rPr lang="es-ES" dirty="0">
                <a:ea typeface="+mn-lt"/>
                <a:cs typeface="+mn-lt"/>
              </a:rPr>
              <a:t> en ambas clases. </a:t>
            </a:r>
            <a:endParaRPr lang="en-US" dirty="0">
              <a:ea typeface="+mn-lt"/>
              <a:cs typeface="+mn-lt"/>
            </a:endParaRPr>
          </a:p>
          <a:p>
            <a:pPr marL="342900" indent="-342900">
              <a:buAutoNum type="arabicPeriod"/>
            </a:pPr>
            <a:r>
              <a:rPr lang="es-ES" err="1">
                <a:ea typeface="+mn-lt"/>
                <a:cs typeface="+mn-lt"/>
              </a:rPr>
              <a:t>Random</a:t>
            </a:r>
            <a:r>
              <a:rPr lang="es-ES" dirty="0">
                <a:ea typeface="+mn-lt"/>
                <a:cs typeface="+mn-lt"/>
              </a:rPr>
              <a:t> Forest y MLP tuvieron desempeños similares, aunque </a:t>
            </a:r>
            <a:r>
              <a:rPr lang="es-ES" err="1">
                <a:ea typeface="+mn-lt"/>
                <a:cs typeface="+mn-lt"/>
              </a:rPr>
              <a:t>Random</a:t>
            </a:r>
            <a:r>
              <a:rPr lang="es-ES" dirty="0">
                <a:ea typeface="+mn-lt"/>
                <a:cs typeface="+mn-lt"/>
              </a:rPr>
              <a:t> Forest se destacó un poco más</a:t>
            </a:r>
            <a:r>
              <a:rPr lang="es-ES" dirty="0">
                <a:latin typeface="Arial"/>
                <a:cs typeface="Arial"/>
              </a:rPr>
              <a:t> </a:t>
            </a:r>
            <a:r>
              <a:rPr lang="es-ES" dirty="0">
                <a:ea typeface="+mn-lt"/>
                <a:cs typeface="+mn-lt"/>
              </a:rPr>
              <a:t>en </a:t>
            </a:r>
            <a:r>
              <a:rPr lang="es-ES" err="1">
                <a:ea typeface="+mn-lt"/>
                <a:cs typeface="+mn-lt"/>
              </a:rPr>
              <a:t>recall</a:t>
            </a:r>
            <a:r>
              <a:rPr lang="es-ES" dirty="0">
                <a:ea typeface="+mn-lt"/>
                <a:cs typeface="+mn-lt"/>
              </a:rPr>
              <a:t> para la clase 1. </a:t>
            </a:r>
            <a:endParaRPr lang="en-US">
              <a:ea typeface="+mn-lt"/>
              <a:cs typeface="+mn-lt"/>
            </a:endParaRPr>
          </a:p>
          <a:p>
            <a:pPr marL="342900" indent="-342900">
              <a:buAutoNum type="arabicPeriod"/>
            </a:pPr>
            <a:r>
              <a:rPr lang="es-ES" dirty="0">
                <a:ea typeface="+mn-lt"/>
                <a:cs typeface="+mn-lt"/>
              </a:rPr>
              <a:t>MLP tuvo el valor más bajo en </a:t>
            </a:r>
            <a:r>
              <a:rPr lang="es-ES" dirty="0" err="1">
                <a:ea typeface="+mn-lt"/>
                <a:cs typeface="+mn-lt"/>
              </a:rPr>
              <a:t>accuracy</a:t>
            </a:r>
            <a:r>
              <a:rPr lang="es-ES" dirty="0">
                <a:ea typeface="+mn-lt"/>
                <a:cs typeface="+mn-lt"/>
              </a:rPr>
              <a:t>, pero su rendimiento es aún aceptable.</a:t>
            </a:r>
            <a:endParaRPr lang="en-US">
              <a:cs typeface="Arial"/>
            </a:endParaRPr>
          </a:p>
        </p:txBody>
      </p:sp>
      <p:sp>
        <p:nvSpPr>
          <p:cNvPr id="13" name="Marcador de número de diapositiva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16</a:t>
            </a:fld>
            <a:endParaRPr lang="es-ES"/>
          </a:p>
        </p:txBody>
      </p:sp>
    </p:spTree>
    <p:extLst>
      <p:ext uri="{BB962C8B-B14F-4D97-AF65-F5344CB8AC3E}">
        <p14:creationId xmlns:p14="http://schemas.microsoft.com/office/powerpoint/2010/main" val="4122396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2C85805-79DB-07ED-6BDE-11B8962D463A}"/>
              </a:ext>
            </a:extLst>
          </p:cNvPr>
          <p:cNvSpPr>
            <a:spLocks noGrp="1"/>
          </p:cNvSpPr>
          <p:nvPr>
            <p:ph type="title"/>
          </p:nvPr>
        </p:nvSpPr>
        <p:spPr/>
        <p:txBody>
          <a:bodyPr rtlCol="0"/>
          <a:lstStyle>
            <a:defPPr>
              <a:defRPr lang="es-ES"/>
            </a:defPPr>
          </a:lstStyle>
          <a:p>
            <a:r>
              <a:rPr lang="es-ES" dirty="0">
                <a:latin typeface="Arial"/>
                <a:cs typeface="Arial"/>
              </a:rPr>
              <a:t>Conclusiones</a:t>
            </a:r>
            <a:endParaRPr lang="en-US" dirty="0"/>
          </a:p>
        </p:txBody>
      </p:sp>
      <p:sp>
        <p:nvSpPr>
          <p:cNvPr id="2" name="Marcador de pie de página 1">
            <a:extLst>
              <a:ext uri="{FF2B5EF4-FFF2-40B4-BE49-F238E27FC236}">
                <a16:creationId xmlns:a16="http://schemas.microsoft.com/office/drawing/2014/main" id="{4CEA3CB1-AF25-EA4C-A297-4DDC6E0EDC13}"/>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3" name="Marcador de número de diapositiva 2">
            <a:extLst>
              <a:ext uri="{FF2B5EF4-FFF2-40B4-BE49-F238E27FC236}">
                <a16:creationId xmlns:a16="http://schemas.microsoft.com/office/drawing/2014/main" id="{583E68DE-3756-7E72-3F5A-34338BB312B3}"/>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t>17</a:t>
            </a:fld>
            <a:endParaRPr lang="es-ES" dirty="0"/>
          </a:p>
        </p:txBody>
      </p:sp>
      <p:sp>
        <p:nvSpPr>
          <p:cNvPr id="7" name="Marcador de texto 6">
            <a:extLst>
              <a:ext uri="{FF2B5EF4-FFF2-40B4-BE49-F238E27FC236}">
                <a16:creationId xmlns:a16="http://schemas.microsoft.com/office/drawing/2014/main" id="{2749D3A3-A012-454F-EFFD-30D72C9C8AE7}"/>
              </a:ext>
            </a:extLst>
          </p:cNvPr>
          <p:cNvSpPr>
            <a:spLocks noGrp="1"/>
          </p:cNvSpPr>
          <p:nvPr>
            <p:ph type="body" sz="quarter" idx="15"/>
          </p:nvPr>
        </p:nvSpPr>
        <p:spPr>
          <a:xfrm>
            <a:off x="406400" y="3048000"/>
            <a:ext cx="3282696" cy="975260"/>
          </a:xfrm>
        </p:spPr>
        <p:txBody>
          <a:bodyPr vert="horz" lIns="91440" tIns="45720" rIns="91440" bIns="45720" numCol="1" spcCol="91440" rtlCol="0" anchor="t">
            <a:noAutofit/>
          </a:bodyPr>
          <a:lstStyle>
            <a:defPPr>
              <a:defRPr lang="es-ES"/>
            </a:defPPr>
          </a:lstStyle>
          <a:p>
            <a:pPr marL="342900" indent="-342900"/>
            <a:r>
              <a:rPr lang="es-ES" dirty="0">
                <a:ea typeface="+mn-lt"/>
                <a:cs typeface="+mn-lt"/>
              </a:rPr>
              <a:t>El modelo SVM obtuvo </a:t>
            </a:r>
            <a:r>
              <a:rPr lang="es-ES" sz="1600" dirty="0">
                <a:ea typeface="+mn-lt"/>
                <a:cs typeface="+mn-lt"/>
              </a:rPr>
              <a:t>el </a:t>
            </a:r>
            <a:r>
              <a:rPr lang="es-ES" dirty="0">
                <a:ea typeface="+mn-lt"/>
                <a:cs typeface="+mn-lt"/>
              </a:rPr>
              <a:t>mejor rendimiento general (</a:t>
            </a:r>
            <a:r>
              <a:rPr lang="es-ES" dirty="0" err="1">
                <a:ea typeface="+mn-lt"/>
                <a:cs typeface="+mn-lt"/>
              </a:rPr>
              <a:t>accuracy</a:t>
            </a:r>
            <a:r>
              <a:rPr lang="es-ES" dirty="0">
                <a:ea typeface="+mn-lt"/>
                <a:cs typeface="+mn-lt"/>
              </a:rPr>
              <a:t> 86.67%), seguido por </a:t>
            </a:r>
            <a:r>
              <a:rPr lang="es-ES" dirty="0" err="1">
                <a:ea typeface="+mn-lt"/>
                <a:cs typeface="+mn-lt"/>
              </a:rPr>
              <a:t>Random</a:t>
            </a:r>
            <a:r>
              <a:rPr lang="es-ES" dirty="0">
                <a:ea typeface="+mn-lt"/>
                <a:cs typeface="+mn-lt"/>
              </a:rPr>
              <a:t> Forest y MLP, que también mostraron resultados competitivos.</a:t>
            </a:r>
            <a:endParaRPr lang="en-US" dirty="0"/>
          </a:p>
        </p:txBody>
      </p:sp>
      <p:sp>
        <p:nvSpPr>
          <p:cNvPr id="22" name="Marcador de texto 6">
            <a:extLst>
              <a:ext uri="{FF2B5EF4-FFF2-40B4-BE49-F238E27FC236}">
                <a16:creationId xmlns:a16="http://schemas.microsoft.com/office/drawing/2014/main" id="{59CABC08-02DC-63BE-E162-9F3A6FA0AB96}"/>
              </a:ext>
            </a:extLst>
          </p:cNvPr>
          <p:cNvSpPr txBox="1">
            <a:spLocks/>
          </p:cNvSpPr>
          <p:nvPr/>
        </p:nvSpPr>
        <p:spPr>
          <a:xfrm>
            <a:off x="4389120" y="3048000"/>
            <a:ext cx="3282696" cy="975260"/>
          </a:xfrm>
          <a:prstGeom prst="rect">
            <a:avLst/>
          </a:prstGeom>
        </p:spPr>
        <p:txBody>
          <a:bodyPr vert="horz" lIns="91440" tIns="45720" rIns="91440" bIns="45720" numCol="1" spcCol="91440" rtlCol="0" anchor="t">
            <a:noAutofit/>
          </a:bodyPr>
          <a:lstStyle>
            <a:defPPr>
              <a:defRPr lang="es-ES"/>
            </a:defPPr>
            <a:lvl1pPr marL="283464"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342900" indent="-342900"/>
            <a:r>
              <a:rPr lang="en-US" dirty="0">
                <a:ea typeface="+mn-lt"/>
                <a:cs typeface="+mn-lt"/>
              </a:rPr>
              <a:t>El </a:t>
            </a:r>
            <a:r>
              <a:rPr lang="en-US" dirty="0" err="1">
                <a:ea typeface="+mn-lt"/>
                <a:cs typeface="+mn-lt"/>
              </a:rPr>
              <a:t>diseño</a:t>
            </a:r>
            <a:r>
              <a:rPr lang="en-US" dirty="0">
                <a:ea typeface="+mn-lt"/>
                <a:cs typeface="+mn-lt"/>
              </a:rPr>
              <a:t> experimental con </a:t>
            </a:r>
            <a:r>
              <a:rPr lang="en-US" dirty="0" err="1">
                <a:ea typeface="+mn-lt"/>
                <a:cs typeface="+mn-lt"/>
              </a:rPr>
              <a:t>validación</a:t>
            </a:r>
            <a:r>
              <a:rPr lang="en-US" dirty="0">
                <a:ea typeface="+mn-lt"/>
                <a:cs typeface="+mn-lt"/>
              </a:rPr>
              <a:t> </a:t>
            </a:r>
            <a:r>
              <a:rPr lang="en-US" dirty="0" err="1">
                <a:ea typeface="+mn-lt"/>
                <a:cs typeface="+mn-lt"/>
              </a:rPr>
              <a:t>tipo</a:t>
            </a:r>
            <a:r>
              <a:rPr lang="en-US" dirty="0">
                <a:ea typeface="+mn-lt"/>
                <a:cs typeface="+mn-lt"/>
              </a:rPr>
              <a:t> Split y </a:t>
            </a:r>
            <a:r>
              <a:rPr lang="en-US" dirty="0" err="1">
                <a:ea typeface="+mn-lt"/>
                <a:cs typeface="+mn-lt"/>
              </a:rPr>
              <a:t>análisis</a:t>
            </a:r>
            <a:r>
              <a:rPr lang="en-US" dirty="0">
                <a:ea typeface="+mn-lt"/>
                <a:cs typeface="+mn-lt"/>
              </a:rPr>
              <a:t> </a:t>
            </a:r>
            <a:r>
              <a:rPr lang="en-US" dirty="0" err="1">
                <a:ea typeface="+mn-lt"/>
                <a:cs typeface="+mn-lt"/>
              </a:rPr>
              <a:t>mediante</a:t>
            </a:r>
            <a:r>
              <a:rPr lang="en-US" dirty="0">
                <a:ea typeface="+mn-lt"/>
                <a:cs typeface="+mn-lt"/>
              </a:rPr>
              <a:t> matrices de </a:t>
            </a:r>
            <a:r>
              <a:rPr lang="en-US" dirty="0" err="1">
                <a:ea typeface="+mn-lt"/>
                <a:cs typeface="+mn-lt"/>
              </a:rPr>
              <a:t>confusión</a:t>
            </a:r>
            <a:r>
              <a:rPr lang="en-US" dirty="0">
                <a:ea typeface="+mn-lt"/>
                <a:cs typeface="+mn-lt"/>
              </a:rPr>
              <a:t> </a:t>
            </a:r>
            <a:r>
              <a:rPr lang="en-US" dirty="0" err="1">
                <a:ea typeface="+mn-lt"/>
                <a:cs typeface="+mn-lt"/>
              </a:rPr>
              <a:t>permitió</a:t>
            </a:r>
            <a:r>
              <a:rPr lang="en-US" dirty="0">
                <a:ea typeface="+mn-lt"/>
                <a:cs typeface="+mn-lt"/>
              </a:rPr>
              <a:t> </a:t>
            </a:r>
            <a:r>
              <a:rPr lang="en-US" dirty="0" err="1">
                <a:ea typeface="+mn-lt"/>
                <a:cs typeface="+mn-lt"/>
              </a:rPr>
              <a:t>comparar</a:t>
            </a:r>
            <a:r>
              <a:rPr lang="en-US" dirty="0">
                <a:ea typeface="+mn-lt"/>
                <a:cs typeface="+mn-lt"/>
              </a:rPr>
              <a:t> </a:t>
            </a:r>
            <a:r>
              <a:rPr lang="en-US" dirty="0" err="1">
                <a:ea typeface="+mn-lt"/>
                <a:cs typeface="+mn-lt"/>
              </a:rPr>
              <a:t>objetivamente</a:t>
            </a:r>
            <a:r>
              <a:rPr lang="en-US" dirty="0">
                <a:ea typeface="+mn-lt"/>
                <a:cs typeface="+mn-lt"/>
              </a:rPr>
              <a:t> </a:t>
            </a:r>
            <a:r>
              <a:rPr lang="en-US" dirty="0" err="1">
                <a:ea typeface="+mn-lt"/>
                <a:cs typeface="+mn-lt"/>
              </a:rPr>
              <a:t>los</a:t>
            </a:r>
            <a:r>
              <a:rPr lang="en-US" dirty="0">
                <a:ea typeface="+mn-lt"/>
                <a:cs typeface="+mn-lt"/>
              </a:rPr>
              <a:t> </a:t>
            </a:r>
            <a:r>
              <a:rPr lang="en-US" dirty="0" err="1">
                <a:ea typeface="+mn-lt"/>
                <a:cs typeface="+mn-lt"/>
              </a:rPr>
              <a:t>modelos</a:t>
            </a:r>
            <a:r>
              <a:rPr lang="en-US" dirty="0">
                <a:ea typeface="+mn-lt"/>
                <a:cs typeface="+mn-lt"/>
              </a:rPr>
              <a:t>.</a:t>
            </a:r>
          </a:p>
        </p:txBody>
      </p:sp>
      <p:sp>
        <p:nvSpPr>
          <p:cNvPr id="24" name="Marcador de texto 6">
            <a:extLst>
              <a:ext uri="{FF2B5EF4-FFF2-40B4-BE49-F238E27FC236}">
                <a16:creationId xmlns:a16="http://schemas.microsoft.com/office/drawing/2014/main" id="{4329DB97-79E1-08D5-728B-D7A4DE633FC3}"/>
              </a:ext>
            </a:extLst>
          </p:cNvPr>
          <p:cNvSpPr txBox="1">
            <a:spLocks/>
          </p:cNvSpPr>
          <p:nvPr/>
        </p:nvSpPr>
        <p:spPr>
          <a:xfrm>
            <a:off x="8188960" y="3048000"/>
            <a:ext cx="3282696" cy="975260"/>
          </a:xfrm>
          <a:prstGeom prst="rect">
            <a:avLst/>
          </a:prstGeom>
        </p:spPr>
        <p:txBody>
          <a:bodyPr vert="horz" lIns="91440" tIns="45720" rIns="91440" bIns="45720" numCol="1" spcCol="91440" rtlCol="0" anchor="t">
            <a:noAutofit/>
          </a:bodyPr>
          <a:lstStyle>
            <a:defPPr>
              <a:defRPr lang="es-ES"/>
            </a:defPPr>
            <a:lvl1pPr marL="283464"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lang="es-E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342900" indent="-342900"/>
            <a:r>
              <a:rPr lang="en-US" dirty="0">
                <a:ea typeface="+mn-lt"/>
                <a:cs typeface="+mn-lt"/>
              </a:rPr>
              <a:t>El </a:t>
            </a:r>
            <a:r>
              <a:rPr lang="en-US" dirty="0" err="1">
                <a:ea typeface="+mn-lt"/>
                <a:cs typeface="+mn-lt"/>
              </a:rPr>
              <a:t>proyecto</a:t>
            </a:r>
            <a:r>
              <a:rPr lang="en-US" dirty="0">
                <a:ea typeface="+mn-lt"/>
                <a:cs typeface="+mn-lt"/>
              </a:rPr>
              <a:t> </a:t>
            </a:r>
            <a:r>
              <a:rPr lang="en-US" dirty="0" err="1">
                <a:ea typeface="+mn-lt"/>
                <a:cs typeface="+mn-lt"/>
              </a:rPr>
              <a:t>fortaleció</a:t>
            </a:r>
            <a:r>
              <a:rPr lang="en-US" dirty="0">
                <a:ea typeface="+mn-lt"/>
                <a:cs typeface="+mn-lt"/>
              </a:rPr>
              <a:t> </a:t>
            </a:r>
            <a:r>
              <a:rPr lang="en-US" dirty="0" err="1">
                <a:ea typeface="+mn-lt"/>
                <a:cs typeface="+mn-lt"/>
              </a:rPr>
              <a:t>habilidades</a:t>
            </a:r>
            <a:r>
              <a:rPr lang="en-US" dirty="0">
                <a:ea typeface="+mn-lt"/>
                <a:cs typeface="+mn-lt"/>
              </a:rPr>
              <a:t> </a:t>
            </a:r>
            <a:r>
              <a:rPr lang="en-US" dirty="0" err="1">
                <a:ea typeface="+mn-lt"/>
                <a:cs typeface="+mn-lt"/>
              </a:rPr>
              <a:t>prácticas</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clasificación</a:t>
            </a:r>
            <a:r>
              <a:rPr lang="en-US" dirty="0">
                <a:ea typeface="+mn-lt"/>
                <a:cs typeface="+mn-lt"/>
              </a:rPr>
              <a:t> </a:t>
            </a:r>
            <a:r>
              <a:rPr lang="en-US" dirty="0" err="1">
                <a:ea typeface="+mn-lt"/>
                <a:cs typeface="+mn-lt"/>
              </a:rPr>
              <a:t>supervisada</a:t>
            </a:r>
            <a:r>
              <a:rPr lang="en-US" dirty="0">
                <a:ea typeface="+mn-lt"/>
                <a:cs typeface="+mn-lt"/>
              </a:rPr>
              <a:t>, </a:t>
            </a:r>
            <a:r>
              <a:rPr lang="en-US" dirty="0" err="1">
                <a:ea typeface="+mn-lt"/>
                <a:cs typeface="+mn-lt"/>
              </a:rPr>
              <a:t>evaluación</a:t>
            </a:r>
            <a:r>
              <a:rPr lang="en-US" dirty="0">
                <a:ea typeface="+mn-lt"/>
                <a:cs typeface="+mn-lt"/>
              </a:rPr>
              <a:t> de </a:t>
            </a:r>
            <a:r>
              <a:rPr lang="en-US" dirty="0" err="1">
                <a:ea typeface="+mn-lt"/>
                <a:cs typeface="+mn-lt"/>
              </a:rPr>
              <a:t>modelos</a:t>
            </a:r>
            <a:r>
              <a:rPr lang="en-US" dirty="0">
                <a:ea typeface="+mn-lt"/>
                <a:cs typeface="+mn-lt"/>
              </a:rPr>
              <a:t> y </a:t>
            </a:r>
            <a:r>
              <a:rPr lang="en-US" dirty="0" err="1">
                <a:ea typeface="+mn-lt"/>
                <a:cs typeface="+mn-lt"/>
              </a:rPr>
              <a:t>uso</a:t>
            </a:r>
            <a:r>
              <a:rPr lang="en-US" dirty="0">
                <a:ea typeface="+mn-lt"/>
                <a:cs typeface="+mn-lt"/>
              </a:rPr>
              <a:t> de RapidMiner para </a:t>
            </a:r>
            <a:r>
              <a:rPr lang="en-US" dirty="0" err="1">
                <a:ea typeface="+mn-lt"/>
                <a:cs typeface="+mn-lt"/>
              </a:rPr>
              <a:t>análisis</a:t>
            </a:r>
            <a:r>
              <a:rPr lang="en-US" dirty="0">
                <a:ea typeface="+mn-lt"/>
                <a:cs typeface="+mn-lt"/>
              </a:rPr>
              <a:t> de </a:t>
            </a:r>
            <a:r>
              <a:rPr lang="en-US" dirty="0" err="1">
                <a:ea typeface="+mn-lt"/>
                <a:cs typeface="+mn-lt"/>
              </a:rPr>
              <a:t>datos</a:t>
            </a:r>
            <a:r>
              <a:rPr lang="en-US" dirty="0">
                <a:ea typeface="+mn-lt"/>
                <a:cs typeface="+mn-lt"/>
              </a:rPr>
              <a:t>.</a:t>
            </a:r>
          </a:p>
        </p:txBody>
      </p:sp>
    </p:spTree>
    <p:extLst>
      <p:ext uri="{BB962C8B-B14F-4D97-AF65-F5344CB8AC3E}">
        <p14:creationId xmlns:p14="http://schemas.microsoft.com/office/powerpoint/2010/main" val="476614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52E563-D2B2-A0AD-3574-E8C8FDCE3DAC}"/>
              </a:ext>
            </a:extLst>
          </p:cNvPr>
          <p:cNvSpPr>
            <a:spLocks noGrp="1"/>
          </p:cNvSpPr>
          <p:nvPr>
            <p:ph type="title"/>
          </p:nvPr>
        </p:nvSpPr>
        <p:spPr>
          <a:xfrm>
            <a:off x="6337665" y="3682378"/>
            <a:ext cx="4846320" cy="844338"/>
          </a:xfrm>
        </p:spPr>
        <p:txBody>
          <a:bodyPr rtlCol="0"/>
          <a:lstStyle>
            <a:defPPr>
              <a:defRPr lang="es-ES"/>
            </a:defPPr>
          </a:lstStyle>
          <a:p>
            <a:r>
              <a:rPr lang="es-ES" dirty="0"/>
              <a:t>Bibliografía</a:t>
            </a:r>
            <a:endParaRPr lang="en-US" dirty="0" err="1"/>
          </a:p>
        </p:txBody>
      </p:sp>
      <p:sp>
        <p:nvSpPr>
          <p:cNvPr id="13" name="Marcador de pie de página 12">
            <a:extLst>
              <a:ext uri="{FF2B5EF4-FFF2-40B4-BE49-F238E27FC236}">
                <a16:creationId xmlns:a16="http://schemas.microsoft.com/office/drawing/2014/main" id="{B83AAE15-CE16-991A-C05F-0BD97418193D}"/>
              </a:ext>
            </a:extLst>
          </p:cNvPr>
          <p:cNvSpPr>
            <a:spLocks noGrp="1"/>
          </p:cNvSpPr>
          <p:nvPr>
            <p:ph type="ftr" sz="quarter" idx="11"/>
          </p:nvPr>
        </p:nvSpPr>
        <p:spPr/>
        <p:txBody>
          <a:bodyPr rtlCol="0"/>
          <a:lstStyle>
            <a:defPPr>
              <a:defRPr lang="es-ES"/>
            </a:defPPr>
          </a:lstStyle>
          <a:p>
            <a:r>
              <a:rPr lang="es-ES" dirty="0"/>
              <a:t>Aprendizaje de maquina</a:t>
            </a:r>
            <a:endParaRPr lang="en-US" dirty="0"/>
          </a:p>
        </p:txBody>
      </p:sp>
      <p:sp>
        <p:nvSpPr>
          <p:cNvPr id="12" name="Marcador de texto 11">
            <a:extLst>
              <a:ext uri="{FF2B5EF4-FFF2-40B4-BE49-F238E27FC236}">
                <a16:creationId xmlns:a16="http://schemas.microsoft.com/office/drawing/2014/main" id="{0D775342-B398-D058-62EA-D657A2192D69}"/>
              </a:ext>
            </a:extLst>
          </p:cNvPr>
          <p:cNvSpPr>
            <a:spLocks noGrp="1"/>
          </p:cNvSpPr>
          <p:nvPr>
            <p:ph type="body" sz="quarter" idx="15"/>
          </p:nvPr>
        </p:nvSpPr>
        <p:spPr>
          <a:xfrm>
            <a:off x="409302" y="1095539"/>
            <a:ext cx="4754880" cy="1247322"/>
          </a:xfrm>
        </p:spPr>
        <p:txBody>
          <a:bodyPr vert="horz" lIns="91440" tIns="45720" rIns="91440" bIns="45720" rtlCol="0" anchor="t">
            <a:noAutofit/>
          </a:bodyPr>
          <a:lstStyle>
            <a:defPPr>
              <a:defRPr lang="es-ES"/>
            </a:defPPr>
          </a:lstStyle>
          <a:p>
            <a:pPr marL="283210" indent="-283210"/>
            <a:r>
              <a:rPr lang="es-ES" dirty="0" err="1">
                <a:ea typeface="+mn-lt"/>
                <a:cs typeface="+mn-lt"/>
              </a:rPr>
              <a:t>Kaggle</a:t>
            </a:r>
            <a:r>
              <a:rPr lang="es-ES" dirty="0">
                <a:ea typeface="+mn-lt"/>
                <a:cs typeface="+mn-lt"/>
              </a:rPr>
              <a:t>: </a:t>
            </a:r>
            <a:r>
              <a:rPr lang="es-ES" dirty="0">
                <a:ea typeface="+mn-lt"/>
                <a:cs typeface="+mn-lt"/>
                <a:hlinkClick r:id="rId3"/>
              </a:rPr>
              <a:t>https://www.kaggle.com/datasets/</a:t>
            </a:r>
            <a:endParaRPr lang="en-US"/>
          </a:p>
          <a:p>
            <a:pPr marL="283210" indent="-283210"/>
            <a:r>
              <a:rPr lang="es-ES" dirty="0" err="1">
                <a:ea typeface="+mn-lt"/>
                <a:cs typeface="+mn-lt"/>
              </a:rPr>
              <a:t>RapidMiner</a:t>
            </a:r>
            <a:r>
              <a:rPr lang="es-ES" dirty="0">
                <a:ea typeface="+mn-lt"/>
                <a:cs typeface="+mn-lt"/>
              </a:rPr>
              <a:t> </a:t>
            </a:r>
            <a:r>
              <a:rPr lang="es-ES" dirty="0" err="1">
                <a:ea typeface="+mn-lt"/>
                <a:cs typeface="+mn-lt"/>
              </a:rPr>
              <a:t>Documentation</a:t>
            </a:r>
            <a:endParaRPr lang="es-ES" dirty="0" err="1"/>
          </a:p>
          <a:p>
            <a:pPr marL="283210" indent="-283210"/>
            <a:r>
              <a:rPr lang="es-ES" dirty="0">
                <a:ea typeface="+mn-lt"/>
                <a:cs typeface="+mn-lt"/>
              </a:rPr>
              <a:t>Apuntes de clase de Introducción a IA</a:t>
            </a:r>
            <a:endParaRPr lang="es-ES" dirty="0"/>
          </a:p>
        </p:txBody>
      </p:sp>
      <p:sp>
        <p:nvSpPr>
          <p:cNvPr id="14" name="Marcador de número de diapositiva 13">
            <a:extLst>
              <a:ext uri="{FF2B5EF4-FFF2-40B4-BE49-F238E27FC236}">
                <a16:creationId xmlns:a16="http://schemas.microsoft.com/office/drawing/2014/main" id="{CB66A1BD-2500-AB18-9DCA-0585F33C2410}"/>
              </a:ext>
            </a:extLst>
          </p:cNvPr>
          <p:cNvSpPr>
            <a:spLocks noGrp="1"/>
          </p:cNvSpPr>
          <p:nvPr>
            <p:ph type="sldNum" sz="quarter" idx="12"/>
          </p:nvPr>
        </p:nvSpPr>
        <p:spPr/>
        <p:txBody>
          <a:bodyPr rtlCol="0"/>
          <a:lstStyle>
            <a:defPPr>
              <a:defRPr lang="es-ES"/>
            </a:defPPr>
          </a:lstStyle>
          <a:p>
            <a:pPr rtl="0"/>
            <a:fld id="{5BFCF61C-3B18-4C03-8326-CC3B32D710C9}" type="slidenum">
              <a:rPr lang="es-ES" smtClean="0"/>
              <a:pPr rtl="0"/>
              <a:t>18</a:t>
            </a:fld>
            <a:endParaRPr lang="es-ES"/>
          </a:p>
        </p:txBody>
      </p:sp>
    </p:spTree>
    <p:extLst>
      <p:ext uri="{BB962C8B-B14F-4D97-AF65-F5344CB8AC3E}">
        <p14:creationId xmlns:p14="http://schemas.microsoft.com/office/powerpoint/2010/main" val="73848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464AE1-C6FD-2EFB-79A7-7C9A6C853EF8}"/>
              </a:ext>
            </a:extLst>
          </p:cNvPr>
          <p:cNvSpPr>
            <a:spLocks noGrp="1"/>
          </p:cNvSpPr>
          <p:nvPr>
            <p:ph type="title"/>
          </p:nvPr>
        </p:nvSpPr>
        <p:spPr>
          <a:xfrm>
            <a:off x="2759746" y="2210236"/>
            <a:ext cx="6675120" cy="2443044"/>
          </a:xfrm>
        </p:spPr>
        <p:txBody>
          <a:bodyPr rtlCol="0"/>
          <a:lstStyle>
            <a:defPPr>
              <a:defRPr lang="es-ES"/>
            </a:defPPr>
          </a:lstStyle>
          <a:p>
            <a:pPr rtl="0"/>
            <a:r>
              <a:rPr lang="es-ES" sz="9600" dirty="0"/>
              <a:t>Muchas</a:t>
            </a:r>
            <a:br>
              <a:rPr lang="es-ES" sz="9600" dirty="0"/>
            </a:br>
            <a:r>
              <a:rPr lang="es-ES" sz="9600" dirty="0"/>
              <a:t>gracias</a:t>
            </a:r>
            <a:endParaRPr lang="es-ES" sz="9600">
              <a:cs typeface="Arial"/>
            </a:endParaRPr>
          </a:p>
        </p:txBody>
      </p:sp>
    </p:spTree>
    <p:extLst>
      <p:ext uri="{BB962C8B-B14F-4D97-AF65-F5344CB8AC3E}">
        <p14:creationId xmlns:p14="http://schemas.microsoft.com/office/powerpoint/2010/main" val="226236345"/>
      </p:ext>
    </p:extLst>
  </p:cSld>
  <p:clrMapOvr>
    <a:masterClrMapping/>
  </p:clrMapOvr>
</p:sld>
</file>

<file path=ppt/theme/theme1.xml><?xml version="1.0" encoding="utf-8"?>
<a:theme xmlns:a="http://schemas.openxmlformats.org/drawingml/2006/main" name="Tema de Offic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F98F7-6576-47F1-AD63-56E26C33974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3.xml><?xml version="1.0" encoding="utf-8"?>
<ds:datastoreItem xmlns:ds="http://schemas.openxmlformats.org/officeDocument/2006/customXml" ds:itemID="{5783CE7D-BFC6-4030-A335-E7F88DB664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524</Words>
  <Application>Microsoft Office PowerPoint</Application>
  <PresentationFormat>Widescreen</PresentationFormat>
  <Paragraphs>103</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Tema de Office</vt:lpstr>
      <vt:lpstr>Aprendizaje de maquina</vt:lpstr>
      <vt:lpstr>Presentación del problema</vt:lpstr>
      <vt:lpstr>BASE DE DATOS</vt:lpstr>
      <vt:lpstr>Preparación de los datos</vt:lpstr>
      <vt:lpstr>variables involucradas</vt:lpstr>
      <vt:lpstr>variables involucradas</vt:lpstr>
      <vt:lpstr>variables involucradas</vt:lpstr>
      <vt:lpstr>Diseño experimental</vt:lpstr>
      <vt:lpstr>Entrenamiento - Random Forest</vt:lpstr>
      <vt:lpstr>Entrenamiento – RANDOM FOREST</vt:lpstr>
      <vt:lpstr>Entrenamiento - SVM</vt:lpstr>
      <vt:lpstr>Entrenamiento - SVM</vt:lpstr>
      <vt:lpstr>Entrenamiento – Mlp </vt:lpstr>
      <vt:lpstr>Entrenamiento - MLP</vt:lpstr>
      <vt:lpstr>Comparación de resultados</vt:lpstr>
      <vt:lpstr>Análisis Comparativo</vt:lpstr>
      <vt:lpstr>Conclusiones</vt:lpstr>
      <vt:lpstr>Bibliografía</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681</cp:revision>
  <dcterms:created xsi:type="dcterms:W3CDTF">2025-06-02T21:33:08Z</dcterms:created>
  <dcterms:modified xsi:type="dcterms:W3CDTF">2025-06-02T23:08:33Z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